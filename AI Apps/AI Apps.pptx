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Lst>
  <p:sldSz cx="5715000" cy="22860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7200" userDrawn="1">
          <p15:clr>
            <a:srgbClr val="A4A3A4"/>
          </p15:clr>
        </p15:guide>
        <p15:guide id="2" pos="180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4" autoAdjust="0"/>
    <p:restoredTop sz="94660"/>
  </p:normalViewPr>
  <p:slideViewPr>
    <p:cSldViewPr snapToGrid="0" showGuides="1">
      <p:cViewPr>
        <p:scale>
          <a:sx n="10" d="100"/>
          <a:sy n="10" d="100"/>
        </p:scale>
        <p:origin x="3768" y="1302"/>
      </p:cViewPr>
      <p:guideLst>
        <p:guide orient="horz" pos="7200"/>
        <p:guide pos="180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8625" y="3741210"/>
            <a:ext cx="4857750" cy="7958667"/>
          </a:xfrm>
        </p:spPr>
        <p:txBody>
          <a:bodyPr anchor="b"/>
          <a:lstStyle>
            <a:lvl1pPr algn="ctr">
              <a:defRPr sz="3750"/>
            </a:lvl1pPr>
          </a:lstStyle>
          <a:p>
            <a:r>
              <a:rPr lang="en-US"/>
              <a:t>Click to edit Master title style</a:t>
            </a:r>
            <a:endParaRPr lang="en-US" dirty="0"/>
          </a:p>
        </p:txBody>
      </p:sp>
      <p:sp>
        <p:nvSpPr>
          <p:cNvPr id="3" name="Subtitle 2"/>
          <p:cNvSpPr>
            <a:spLocks noGrp="1"/>
          </p:cNvSpPr>
          <p:nvPr>
            <p:ph type="subTitle" idx="1"/>
          </p:nvPr>
        </p:nvSpPr>
        <p:spPr>
          <a:xfrm>
            <a:off x="714375" y="12006793"/>
            <a:ext cx="4286250" cy="5519207"/>
          </a:xfrm>
        </p:spPr>
        <p:txBody>
          <a:bodyPr/>
          <a:lstStyle>
            <a:lvl1pPr marL="0" indent="0" algn="ctr">
              <a:buNone/>
              <a:defRPr sz="1500"/>
            </a:lvl1pPr>
            <a:lvl2pPr marL="285750" indent="0" algn="ctr">
              <a:buNone/>
              <a:defRPr sz="1250"/>
            </a:lvl2pPr>
            <a:lvl3pPr marL="571500" indent="0" algn="ctr">
              <a:buNone/>
              <a:defRPr sz="1125"/>
            </a:lvl3pPr>
            <a:lvl4pPr marL="857250" indent="0" algn="ctr">
              <a:buNone/>
              <a:defRPr sz="1000"/>
            </a:lvl4pPr>
            <a:lvl5pPr marL="1143000" indent="0" algn="ctr">
              <a:buNone/>
              <a:defRPr sz="1000"/>
            </a:lvl5pPr>
            <a:lvl6pPr marL="1428750" indent="0" algn="ctr">
              <a:buNone/>
              <a:defRPr sz="1000"/>
            </a:lvl6pPr>
            <a:lvl7pPr marL="1714500" indent="0" algn="ctr">
              <a:buNone/>
              <a:defRPr sz="1000"/>
            </a:lvl7pPr>
            <a:lvl8pPr marL="2000250" indent="0" algn="ctr">
              <a:buNone/>
              <a:defRPr sz="1000"/>
            </a:lvl8pPr>
            <a:lvl9pPr marL="2286000" indent="0" algn="ctr">
              <a:buNone/>
              <a:defRPr sz="1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ABB1B92-00AE-4827-8716-17DFE2B86FAA}" type="datetimeFigureOut">
              <a:rPr lang="en-US" smtClean="0"/>
              <a:t>11/11/2020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1BA1E97-063F-4456-9762-9A9075DA9E8D}" type="slidenum">
              <a:rPr lang="en-US" smtClean="0"/>
              <a:t>‹#›</a:t>
            </a:fld>
            <a:endParaRPr lang="en-US"/>
          </a:p>
        </p:txBody>
      </p:sp>
    </p:spTree>
    <p:extLst>
      <p:ext uri="{BB962C8B-B14F-4D97-AF65-F5344CB8AC3E}">
        <p14:creationId xmlns:p14="http://schemas.microsoft.com/office/powerpoint/2010/main" val="41749729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ABB1B92-00AE-4827-8716-17DFE2B86FAA}" type="datetimeFigureOut">
              <a:rPr lang="en-US" smtClean="0"/>
              <a:t>11/11/2020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1BA1E97-063F-4456-9762-9A9075DA9E8D}" type="slidenum">
              <a:rPr lang="en-US" smtClean="0"/>
              <a:t>‹#›</a:t>
            </a:fld>
            <a:endParaRPr lang="en-US"/>
          </a:p>
        </p:txBody>
      </p:sp>
    </p:spTree>
    <p:extLst>
      <p:ext uri="{BB962C8B-B14F-4D97-AF65-F5344CB8AC3E}">
        <p14:creationId xmlns:p14="http://schemas.microsoft.com/office/powerpoint/2010/main" val="35961611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9930" y="5699132"/>
            <a:ext cx="4929188" cy="9509123"/>
          </a:xfrm>
        </p:spPr>
        <p:txBody>
          <a:bodyPr anchor="b"/>
          <a:lstStyle>
            <a:lvl1pPr>
              <a:defRPr sz="3750"/>
            </a:lvl1pPr>
          </a:lstStyle>
          <a:p>
            <a:r>
              <a:rPr lang="en-US"/>
              <a:t>Click to edit Master title style</a:t>
            </a:r>
            <a:endParaRPr lang="en-US" dirty="0"/>
          </a:p>
        </p:txBody>
      </p:sp>
      <p:sp>
        <p:nvSpPr>
          <p:cNvPr id="3" name="Text Placeholder 2"/>
          <p:cNvSpPr>
            <a:spLocks noGrp="1"/>
          </p:cNvSpPr>
          <p:nvPr>
            <p:ph type="body" idx="1"/>
          </p:nvPr>
        </p:nvSpPr>
        <p:spPr>
          <a:xfrm>
            <a:off x="389930" y="15298215"/>
            <a:ext cx="4929188" cy="5000623"/>
          </a:xfrm>
        </p:spPr>
        <p:txBody>
          <a:bodyPr/>
          <a:lstStyle>
            <a:lvl1pPr marL="0" indent="0">
              <a:buNone/>
              <a:defRPr sz="1500">
                <a:solidFill>
                  <a:schemeClr val="tx1"/>
                </a:solidFill>
              </a:defRPr>
            </a:lvl1pPr>
            <a:lvl2pPr marL="285750" indent="0">
              <a:buNone/>
              <a:defRPr sz="1250">
                <a:solidFill>
                  <a:schemeClr val="tx1">
                    <a:tint val="75000"/>
                  </a:schemeClr>
                </a:solidFill>
              </a:defRPr>
            </a:lvl2pPr>
            <a:lvl3pPr marL="571500" indent="0">
              <a:buNone/>
              <a:defRPr sz="1125">
                <a:solidFill>
                  <a:schemeClr val="tx1">
                    <a:tint val="75000"/>
                  </a:schemeClr>
                </a:solidFill>
              </a:defRPr>
            </a:lvl3pPr>
            <a:lvl4pPr marL="857250" indent="0">
              <a:buNone/>
              <a:defRPr sz="1000">
                <a:solidFill>
                  <a:schemeClr val="tx1">
                    <a:tint val="75000"/>
                  </a:schemeClr>
                </a:solidFill>
              </a:defRPr>
            </a:lvl4pPr>
            <a:lvl5pPr marL="1143000" indent="0">
              <a:buNone/>
              <a:defRPr sz="1000">
                <a:solidFill>
                  <a:schemeClr val="tx1">
                    <a:tint val="75000"/>
                  </a:schemeClr>
                </a:solidFill>
              </a:defRPr>
            </a:lvl5pPr>
            <a:lvl6pPr marL="1428750" indent="0">
              <a:buNone/>
              <a:defRPr sz="1000">
                <a:solidFill>
                  <a:schemeClr val="tx1">
                    <a:tint val="75000"/>
                  </a:schemeClr>
                </a:solidFill>
              </a:defRPr>
            </a:lvl6pPr>
            <a:lvl7pPr marL="1714500" indent="0">
              <a:buNone/>
              <a:defRPr sz="1000">
                <a:solidFill>
                  <a:schemeClr val="tx1">
                    <a:tint val="75000"/>
                  </a:schemeClr>
                </a:solidFill>
              </a:defRPr>
            </a:lvl7pPr>
            <a:lvl8pPr marL="2000250" indent="0">
              <a:buNone/>
              <a:defRPr sz="1000">
                <a:solidFill>
                  <a:schemeClr val="tx1">
                    <a:tint val="75000"/>
                  </a:schemeClr>
                </a:solidFill>
              </a:defRPr>
            </a:lvl8pPr>
            <a:lvl9pPr marL="2286000" indent="0">
              <a:buNone/>
              <a:defRPr sz="10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ABB1B92-00AE-4827-8716-17DFE2B86FAA}" type="datetimeFigureOut">
              <a:rPr lang="en-US" smtClean="0"/>
              <a:t>11/11/2020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1BA1E97-063F-4456-9762-9A9075DA9E8D}" type="slidenum">
              <a:rPr lang="en-US" smtClean="0"/>
              <a:t>‹#›</a:t>
            </a:fld>
            <a:endParaRPr lang="en-US"/>
          </a:p>
        </p:txBody>
      </p:sp>
    </p:spTree>
    <p:extLst>
      <p:ext uri="{BB962C8B-B14F-4D97-AF65-F5344CB8AC3E}">
        <p14:creationId xmlns:p14="http://schemas.microsoft.com/office/powerpoint/2010/main" val="13055935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92906" y="6085417"/>
            <a:ext cx="2428875" cy="145044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893219" y="6085417"/>
            <a:ext cx="2428875" cy="145044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ABB1B92-00AE-4827-8716-17DFE2B86FAA}" type="datetimeFigureOut">
              <a:rPr lang="en-US" smtClean="0"/>
              <a:t>11/11/2020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1BA1E97-063F-4456-9762-9A9075DA9E8D}" type="slidenum">
              <a:rPr lang="en-US" smtClean="0"/>
              <a:t>‹#›</a:t>
            </a:fld>
            <a:endParaRPr lang="en-US"/>
          </a:p>
        </p:txBody>
      </p:sp>
    </p:spTree>
    <p:extLst>
      <p:ext uri="{BB962C8B-B14F-4D97-AF65-F5344CB8AC3E}">
        <p14:creationId xmlns:p14="http://schemas.microsoft.com/office/powerpoint/2010/main" val="25898390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93650" y="1217089"/>
            <a:ext cx="4929188" cy="4418543"/>
          </a:xfrm>
        </p:spPr>
        <p:txBody>
          <a:bodyPr/>
          <a:lstStyle/>
          <a:p>
            <a:r>
              <a:rPr lang="en-US"/>
              <a:t>Click to edit Master title style</a:t>
            </a:r>
            <a:endParaRPr lang="en-US" dirty="0"/>
          </a:p>
        </p:txBody>
      </p:sp>
      <p:sp>
        <p:nvSpPr>
          <p:cNvPr id="3" name="Text Placeholder 2"/>
          <p:cNvSpPr>
            <a:spLocks noGrp="1"/>
          </p:cNvSpPr>
          <p:nvPr>
            <p:ph type="body" idx="1"/>
          </p:nvPr>
        </p:nvSpPr>
        <p:spPr>
          <a:xfrm>
            <a:off x="393651" y="5603877"/>
            <a:ext cx="2417713" cy="2746373"/>
          </a:xfrm>
        </p:spPr>
        <p:txBody>
          <a:bodyPr anchor="b"/>
          <a:lstStyle>
            <a:lvl1pPr marL="0" indent="0">
              <a:buNone/>
              <a:defRPr sz="1500" b="1"/>
            </a:lvl1pPr>
            <a:lvl2pPr marL="285750" indent="0">
              <a:buNone/>
              <a:defRPr sz="1250" b="1"/>
            </a:lvl2pPr>
            <a:lvl3pPr marL="571500" indent="0">
              <a:buNone/>
              <a:defRPr sz="1125" b="1"/>
            </a:lvl3pPr>
            <a:lvl4pPr marL="857250" indent="0">
              <a:buNone/>
              <a:defRPr sz="1000" b="1"/>
            </a:lvl4pPr>
            <a:lvl5pPr marL="1143000" indent="0">
              <a:buNone/>
              <a:defRPr sz="1000" b="1"/>
            </a:lvl5pPr>
            <a:lvl6pPr marL="1428750" indent="0">
              <a:buNone/>
              <a:defRPr sz="1000" b="1"/>
            </a:lvl6pPr>
            <a:lvl7pPr marL="1714500" indent="0">
              <a:buNone/>
              <a:defRPr sz="1000" b="1"/>
            </a:lvl7pPr>
            <a:lvl8pPr marL="2000250" indent="0">
              <a:buNone/>
              <a:defRPr sz="1000" b="1"/>
            </a:lvl8pPr>
            <a:lvl9pPr marL="2286000" indent="0">
              <a:buNone/>
              <a:defRPr sz="1000" b="1"/>
            </a:lvl9pPr>
          </a:lstStyle>
          <a:p>
            <a:pPr lvl="0"/>
            <a:r>
              <a:rPr lang="en-US"/>
              <a:t>Click to edit Master text styles</a:t>
            </a:r>
          </a:p>
        </p:txBody>
      </p:sp>
      <p:sp>
        <p:nvSpPr>
          <p:cNvPr id="4" name="Content Placeholder 3"/>
          <p:cNvSpPr>
            <a:spLocks noGrp="1"/>
          </p:cNvSpPr>
          <p:nvPr>
            <p:ph sz="half" idx="2"/>
          </p:nvPr>
        </p:nvSpPr>
        <p:spPr>
          <a:xfrm>
            <a:off x="393651" y="8350250"/>
            <a:ext cx="2417713" cy="122819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893219" y="5603877"/>
            <a:ext cx="2429619" cy="2746373"/>
          </a:xfrm>
        </p:spPr>
        <p:txBody>
          <a:bodyPr anchor="b"/>
          <a:lstStyle>
            <a:lvl1pPr marL="0" indent="0">
              <a:buNone/>
              <a:defRPr sz="1500" b="1"/>
            </a:lvl1pPr>
            <a:lvl2pPr marL="285750" indent="0">
              <a:buNone/>
              <a:defRPr sz="1250" b="1"/>
            </a:lvl2pPr>
            <a:lvl3pPr marL="571500" indent="0">
              <a:buNone/>
              <a:defRPr sz="1125" b="1"/>
            </a:lvl3pPr>
            <a:lvl4pPr marL="857250" indent="0">
              <a:buNone/>
              <a:defRPr sz="1000" b="1"/>
            </a:lvl4pPr>
            <a:lvl5pPr marL="1143000" indent="0">
              <a:buNone/>
              <a:defRPr sz="1000" b="1"/>
            </a:lvl5pPr>
            <a:lvl6pPr marL="1428750" indent="0">
              <a:buNone/>
              <a:defRPr sz="1000" b="1"/>
            </a:lvl6pPr>
            <a:lvl7pPr marL="1714500" indent="0">
              <a:buNone/>
              <a:defRPr sz="1000" b="1"/>
            </a:lvl7pPr>
            <a:lvl8pPr marL="2000250" indent="0">
              <a:buNone/>
              <a:defRPr sz="1000" b="1"/>
            </a:lvl8pPr>
            <a:lvl9pPr marL="2286000" indent="0">
              <a:buNone/>
              <a:defRPr sz="1000" b="1"/>
            </a:lvl9pPr>
          </a:lstStyle>
          <a:p>
            <a:pPr lvl="0"/>
            <a:r>
              <a:rPr lang="en-US"/>
              <a:t>Click to edit Master text styles</a:t>
            </a:r>
          </a:p>
        </p:txBody>
      </p:sp>
      <p:sp>
        <p:nvSpPr>
          <p:cNvPr id="6" name="Content Placeholder 5"/>
          <p:cNvSpPr>
            <a:spLocks noGrp="1"/>
          </p:cNvSpPr>
          <p:nvPr>
            <p:ph sz="quarter" idx="4"/>
          </p:nvPr>
        </p:nvSpPr>
        <p:spPr>
          <a:xfrm>
            <a:off x="2893219" y="8350250"/>
            <a:ext cx="2429619" cy="122819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ABB1B92-00AE-4827-8716-17DFE2B86FAA}" type="datetimeFigureOut">
              <a:rPr lang="en-US" smtClean="0"/>
              <a:t>11/11/2020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1BA1E97-063F-4456-9762-9A9075DA9E8D}" type="slidenum">
              <a:rPr lang="en-US" smtClean="0"/>
              <a:t>‹#›</a:t>
            </a:fld>
            <a:endParaRPr lang="en-US"/>
          </a:p>
        </p:txBody>
      </p:sp>
    </p:spTree>
    <p:extLst>
      <p:ext uri="{BB962C8B-B14F-4D97-AF65-F5344CB8AC3E}">
        <p14:creationId xmlns:p14="http://schemas.microsoft.com/office/powerpoint/2010/main" val="991958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ABB1B92-00AE-4827-8716-17DFE2B86FAA}" type="datetimeFigureOut">
              <a:rPr lang="en-US" smtClean="0"/>
              <a:t>11/11/2020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1BA1E97-063F-4456-9762-9A9075DA9E8D}" type="slidenum">
              <a:rPr lang="en-US" smtClean="0"/>
              <a:t>‹#›</a:t>
            </a:fld>
            <a:endParaRPr lang="en-US"/>
          </a:p>
        </p:txBody>
      </p:sp>
    </p:spTree>
    <p:extLst>
      <p:ext uri="{BB962C8B-B14F-4D97-AF65-F5344CB8AC3E}">
        <p14:creationId xmlns:p14="http://schemas.microsoft.com/office/powerpoint/2010/main" val="12553260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ABB1B92-00AE-4827-8716-17DFE2B86FAA}" type="datetimeFigureOut">
              <a:rPr lang="en-US" smtClean="0"/>
              <a:t>11/11/2020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1BA1E97-063F-4456-9762-9A9075DA9E8D}" type="slidenum">
              <a:rPr lang="en-US" smtClean="0"/>
              <a:t>‹#›</a:t>
            </a:fld>
            <a:endParaRPr lang="en-US"/>
          </a:p>
        </p:txBody>
      </p:sp>
    </p:spTree>
    <p:extLst>
      <p:ext uri="{BB962C8B-B14F-4D97-AF65-F5344CB8AC3E}">
        <p14:creationId xmlns:p14="http://schemas.microsoft.com/office/powerpoint/2010/main" val="1187606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3651" y="1524000"/>
            <a:ext cx="1843236" cy="5334000"/>
          </a:xfrm>
        </p:spPr>
        <p:txBody>
          <a:bodyPr anchor="b"/>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2429619" y="3291422"/>
            <a:ext cx="2893219" cy="16245417"/>
          </a:xfrm>
        </p:spPr>
        <p:txBody>
          <a:bodyPr/>
          <a:lstStyle>
            <a:lvl1pPr>
              <a:defRPr sz="2000"/>
            </a:lvl1pPr>
            <a:lvl2pPr>
              <a:defRPr sz="1750"/>
            </a:lvl2pPr>
            <a:lvl3pPr>
              <a:defRPr sz="1500"/>
            </a:lvl3pPr>
            <a:lvl4pPr>
              <a:defRPr sz="1250"/>
            </a:lvl4pPr>
            <a:lvl5pPr>
              <a:defRPr sz="1250"/>
            </a:lvl5pPr>
            <a:lvl6pPr>
              <a:defRPr sz="1250"/>
            </a:lvl6pPr>
            <a:lvl7pPr>
              <a:defRPr sz="1250"/>
            </a:lvl7pPr>
            <a:lvl8pPr>
              <a:defRPr sz="1250"/>
            </a:lvl8pPr>
            <a:lvl9pPr>
              <a:defRPr sz="12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93651" y="6858000"/>
            <a:ext cx="1843236" cy="12705293"/>
          </a:xfrm>
        </p:spPr>
        <p:txBody>
          <a:bodyPr/>
          <a:lstStyle>
            <a:lvl1pPr marL="0" indent="0">
              <a:buNone/>
              <a:defRPr sz="1000"/>
            </a:lvl1pPr>
            <a:lvl2pPr marL="285750" indent="0">
              <a:buNone/>
              <a:defRPr sz="875"/>
            </a:lvl2pPr>
            <a:lvl3pPr marL="571500" indent="0">
              <a:buNone/>
              <a:defRPr sz="750"/>
            </a:lvl3pPr>
            <a:lvl4pPr marL="857250" indent="0">
              <a:buNone/>
              <a:defRPr sz="625"/>
            </a:lvl4pPr>
            <a:lvl5pPr marL="1143000" indent="0">
              <a:buNone/>
              <a:defRPr sz="625"/>
            </a:lvl5pPr>
            <a:lvl6pPr marL="1428750" indent="0">
              <a:buNone/>
              <a:defRPr sz="625"/>
            </a:lvl6pPr>
            <a:lvl7pPr marL="1714500" indent="0">
              <a:buNone/>
              <a:defRPr sz="625"/>
            </a:lvl7pPr>
            <a:lvl8pPr marL="2000250" indent="0">
              <a:buNone/>
              <a:defRPr sz="625"/>
            </a:lvl8pPr>
            <a:lvl9pPr marL="2286000" indent="0">
              <a:buNone/>
              <a:defRPr sz="625"/>
            </a:lvl9pPr>
          </a:lstStyle>
          <a:p>
            <a:pPr lvl="0"/>
            <a:r>
              <a:rPr lang="en-US"/>
              <a:t>Click to edit Master text styles</a:t>
            </a:r>
          </a:p>
        </p:txBody>
      </p:sp>
      <p:sp>
        <p:nvSpPr>
          <p:cNvPr id="5" name="Date Placeholder 4"/>
          <p:cNvSpPr>
            <a:spLocks noGrp="1"/>
          </p:cNvSpPr>
          <p:nvPr>
            <p:ph type="dt" sz="half" idx="10"/>
          </p:nvPr>
        </p:nvSpPr>
        <p:spPr/>
        <p:txBody>
          <a:bodyPr/>
          <a:lstStyle/>
          <a:p>
            <a:fld id="{DABB1B92-00AE-4827-8716-17DFE2B86FAA}" type="datetimeFigureOut">
              <a:rPr lang="en-US" smtClean="0"/>
              <a:t>11/11/2020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1BA1E97-063F-4456-9762-9A9075DA9E8D}" type="slidenum">
              <a:rPr lang="en-US" smtClean="0"/>
              <a:t>‹#›</a:t>
            </a:fld>
            <a:endParaRPr lang="en-US"/>
          </a:p>
        </p:txBody>
      </p:sp>
    </p:spTree>
    <p:extLst>
      <p:ext uri="{BB962C8B-B14F-4D97-AF65-F5344CB8AC3E}">
        <p14:creationId xmlns:p14="http://schemas.microsoft.com/office/powerpoint/2010/main" val="30938187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3651" y="1524000"/>
            <a:ext cx="1843236" cy="5334000"/>
          </a:xfrm>
        </p:spPr>
        <p:txBody>
          <a:bodyPr anchor="b"/>
          <a:lstStyle>
            <a:lvl1pPr>
              <a:defRPr sz="20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429619" y="3291422"/>
            <a:ext cx="2893219" cy="16245417"/>
          </a:xfrm>
        </p:spPr>
        <p:txBody>
          <a:bodyPr anchor="t"/>
          <a:lstStyle>
            <a:lvl1pPr marL="0" indent="0">
              <a:buNone/>
              <a:defRPr sz="2000"/>
            </a:lvl1pPr>
            <a:lvl2pPr marL="285750" indent="0">
              <a:buNone/>
              <a:defRPr sz="1750"/>
            </a:lvl2pPr>
            <a:lvl3pPr marL="571500" indent="0">
              <a:buNone/>
              <a:defRPr sz="1500"/>
            </a:lvl3pPr>
            <a:lvl4pPr marL="857250" indent="0">
              <a:buNone/>
              <a:defRPr sz="1250"/>
            </a:lvl4pPr>
            <a:lvl5pPr marL="1143000" indent="0">
              <a:buNone/>
              <a:defRPr sz="1250"/>
            </a:lvl5pPr>
            <a:lvl6pPr marL="1428750" indent="0">
              <a:buNone/>
              <a:defRPr sz="1250"/>
            </a:lvl6pPr>
            <a:lvl7pPr marL="1714500" indent="0">
              <a:buNone/>
              <a:defRPr sz="1250"/>
            </a:lvl7pPr>
            <a:lvl8pPr marL="2000250" indent="0">
              <a:buNone/>
              <a:defRPr sz="1250"/>
            </a:lvl8pPr>
            <a:lvl9pPr marL="2286000" indent="0">
              <a:buNone/>
              <a:defRPr sz="1250"/>
            </a:lvl9pPr>
          </a:lstStyle>
          <a:p>
            <a:r>
              <a:rPr lang="en-US"/>
              <a:t>Click icon to add picture</a:t>
            </a:r>
            <a:endParaRPr lang="en-US" dirty="0"/>
          </a:p>
        </p:txBody>
      </p:sp>
      <p:sp>
        <p:nvSpPr>
          <p:cNvPr id="4" name="Text Placeholder 3"/>
          <p:cNvSpPr>
            <a:spLocks noGrp="1"/>
          </p:cNvSpPr>
          <p:nvPr>
            <p:ph type="body" sz="half" idx="2"/>
          </p:nvPr>
        </p:nvSpPr>
        <p:spPr>
          <a:xfrm>
            <a:off x="393651" y="6858000"/>
            <a:ext cx="1843236" cy="12705293"/>
          </a:xfrm>
        </p:spPr>
        <p:txBody>
          <a:bodyPr/>
          <a:lstStyle>
            <a:lvl1pPr marL="0" indent="0">
              <a:buNone/>
              <a:defRPr sz="1000"/>
            </a:lvl1pPr>
            <a:lvl2pPr marL="285750" indent="0">
              <a:buNone/>
              <a:defRPr sz="875"/>
            </a:lvl2pPr>
            <a:lvl3pPr marL="571500" indent="0">
              <a:buNone/>
              <a:defRPr sz="750"/>
            </a:lvl3pPr>
            <a:lvl4pPr marL="857250" indent="0">
              <a:buNone/>
              <a:defRPr sz="625"/>
            </a:lvl4pPr>
            <a:lvl5pPr marL="1143000" indent="0">
              <a:buNone/>
              <a:defRPr sz="625"/>
            </a:lvl5pPr>
            <a:lvl6pPr marL="1428750" indent="0">
              <a:buNone/>
              <a:defRPr sz="625"/>
            </a:lvl6pPr>
            <a:lvl7pPr marL="1714500" indent="0">
              <a:buNone/>
              <a:defRPr sz="625"/>
            </a:lvl7pPr>
            <a:lvl8pPr marL="2000250" indent="0">
              <a:buNone/>
              <a:defRPr sz="625"/>
            </a:lvl8pPr>
            <a:lvl9pPr marL="2286000" indent="0">
              <a:buNone/>
              <a:defRPr sz="625"/>
            </a:lvl9pPr>
          </a:lstStyle>
          <a:p>
            <a:pPr lvl="0"/>
            <a:r>
              <a:rPr lang="en-US"/>
              <a:t>Click to edit Master text styles</a:t>
            </a:r>
          </a:p>
        </p:txBody>
      </p:sp>
      <p:sp>
        <p:nvSpPr>
          <p:cNvPr id="5" name="Date Placeholder 4"/>
          <p:cNvSpPr>
            <a:spLocks noGrp="1"/>
          </p:cNvSpPr>
          <p:nvPr>
            <p:ph type="dt" sz="half" idx="10"/>
          </p:nvPr>
        </p:nvSpPr>
        <p:spPr/>
        <p:txBody>
          <a:bodyPr/>
          <a:lstStyle/>
          <a:p>
            <a:fld id="{DABB1B92-00AE-4827-8716-17DFE2B86FAA}" type="datetimeFigureOut">
              <a:rPr lang="en-US" smtClean="0"/>
              <a:t>11/11/2020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1BA1E97-063F-4456-9762-9A9075DA9E8D}" type="slidenum">
              <a:rPr lang="en-US" smtClean="0"/>
              <a:t>‹#›</a:t>
            </a:fld>
            <a:endParaRPr lang="en-US"/>
          </a:p>
        </p:txBody>
      </p:sp>
    </p:spTree>
    <p:extLst>
      <p:ext uri="{BB962C8B-B14F-4D97-AF65-F5344CB8AC3E}">
        <p14:creationId xmlns:p14="http://schemas.microsoft.com/office/powerpoint/2010/main" val="19567767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ABB1B92-00AE-4827-8716-17DFE2B86FAA}" type="datetimeFigureOut">
              <a:rPr lang="en-US" smtClean="0"/>
              <a:t>11/11/2020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1BA1E97-063F-4456-9762-9A9075DA9E8D}" type="slidenum">
              <a:rPr lang="en-US" smtClean="0"/>
              <a:t>‹#›</a:t>
            </a:fld>
            <a:endParaRPr lang="en-US"/>
          </a:p>
        </p:txBody>
      </p:sp>
    </p:spTree>
    <p:extLst>
      <p:ext uri="{BB962C8B-B14F-4D97-AF65-F5344CB8AC3E}">
        <p14:creationId xmlns:p14="http://schemas.microsoft.com/office/powerpoint/2010/main" val="10112574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089797" y="1217084"/>
            <a:ext cx="1232297" cy="1937279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92907" y="1217084"/>
            <a:ext cx="3625453" cy="1937279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ABB1B92-00AE-4827-8716-17DFE2B86FAA}" type="datetimeFigureOut">
              <a:rPr lang="en-US" smtClean="0"/>
              <a:t>11/11/2020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1BA1E97-063F-4456-9762-9A9075DA9E8D}" type="slidenum">
              <a:rPr lang="en-US" smtClean="0"/>
              <a:t>‹#›</a:t>
            </a:fld>
            <a:endParaRPr lang="en-US"/>
          </a:p>
        </p:txBody>
      </p:sp>
    </p:spTree>
    <p:extLst>
      <p:ext uri="{BB962C8B-B14F-4D97-AF65-F5344CB8AC3E}">
        <p14:creationId xmlns:p14="http://schemas.microsoft.com/office/powerpoint/2010/main" val="2456181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906" y="1217089"/>
            <a:ext cx="4929188" cy="441854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392906" y="6085417"/>
            <a:ext cx="4929188" cy="145044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92906" y="21187839"/>
            <a:ext cx="1285875" cy="1217083"/>
          </a:xfrm>
          <a:prstGeom prst="rect">
            <a:avLst/>
          </a:prstGeom>
        </p:spPr>
        <p:txBody>
          <a:bodyPr vert="horz" lIns="91440" tIns="45720" rIns="91440" bIns="45720" rtlCol="0" anchor="ctr"/>
          <a:lstStyle>
            <a:lvl1pPr algn="l">
              <a:defRPr sz="750">
                <a:solidFill>
                  <a:schemeClr val="tx1">
                    <a:tint val="75000"/>
                  </a:schemeClr>
                </a:solidFill>
              </a:defRPr>
            </a:lvl1pPr>
          </a:lstStyle>
          <a:p>
            <a:fld id="{DABB1B92-00AE-4827-8716-17DFE2B86FAA}" type="datetimeFigureOut">
              <a:rPr lang="en-US" smtClean="0"/>
              <a:t>11/11/2020</a:t>
            </a:fld>
            <a:endParaRPr lang="en-US"/>
          </a:p>
        </p:txBody>
      </p:sp>
      <p:sp>
        <p:nvSpPr>
          <p:cNvPr id="5" name="Footer Placeholder 4"/>
          <p:cNvSpPr>
            <a:spLocks noGrp="1"/>
          </p:cNvSpPr>
          <p:nvPr>
            <p:ph type="ftr" sz="quarter" idx="3"/>
          </p:nvPr>
        </p:nvSpPr>
        <p:spPr>
          <a:xfrm>
            <a:off x="1893094" y="21187839"/>
            <a:ext cx="1928813" cy="1217083"/>
          </a:xfrm>
          <a:prstGeom prst="rect">
            <a:avLst/>
          </a:prstGeom>
        </p:spPr>
        <p:txBody>
          <a:bodyPr vert="horz" lIns="91440" tIns="45720" rIns="91440" bIns="45720" rtlCol="0" anchor="ctr"/>
          <a:lstStyle>
            <a:lvl1pPr algn="ctr">
              <a:defRPr sz="7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036219" y="21187839"/>
            <a:ext cx="1285875" cy="1217083"/>
          </a:xfrm>
          <a:prstGeom prst="rect">
            <a:avLst/>
          </a:prstGeom>
        </p:spPr>
        <p:txBody>
          <a:bodyPr vert="horz" lIns="91440" tIns="45720" rIns="91440" bIns="45720" rtlCol="0" anchor="ctr"/>
          <a:lstStyle>
            <a:lvl1pPr algn="r">
              <a:defRPr sz="750">
                <a:solidFill>
                  <a:schemeClr val="tx1">
                    <a:tint val="75000"/>
                  </a:schemeClr>
                </a:solidFill>
              </a:defRPr>
            </a:lvl1pPr>
          </a:lstStyle>
          <a:p>
            <a:fld id="{31BA1E97-063F-4456-9762-9A9075DA9E8D}" type="slidenum">
              <a:rPr lang="en-US" smtClean="0"/>
              <a:t>‹#›</a:t>
            </a:fld>
            <a:endParaRPr lang="en-US"/>
          </a:p>
        </p:txBody>
      </p:sp>
    </p:spTree>
    <p:extLst>
      <p:ext uri="{BB962C8B-B14F-4D97-AF65-F5344CB8AC3E}">
        <p14:creationId xmlns:p14="http://schemas.microsoft.com/office/powerpoint/2010/main" val="43602593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571500" rtl="0" eaLnBrk="1" latinLnBrk="0" hangingPunct="1">
        <a:lnSpc>
          <a:spcPct val="90000"/>
        </a:lnSpc>
        <a:spcBef>
          <a:spcPct val="0"/>
        </a:spcBef>
        <a:buNone/>
        <a:defRPr sz="2750" kern="1200">
          <a:solidFill>
            <a:schemeClr val="tx1"/>
          </a:solidFill>
          <a:latin typeface="+mj-lt"/>
          <a:ea typeface="+mj-ea"/>
          <a:cs typeface="+mj-cs"/>
        </a:defRPr>
      </a:lvl1pPr>
    </p:titleStyle>
    <p:bodyStyle>
      <a:lvl1pPr marL="142875" indent="-142875" algn="l" defTabSz="571500" rtl="0" eaLnBrk="1" latinLnBrk="0" hangingPunct="1">
        <a:lnSpc>
          <a:spcPct val="90000"/>
        </a:lnSpc>
        <a:spcBef>
          <a:spcPts val="625"/>
        </a:spcBef>
        <a:buFont typeface="Arial" panose="020B0604020202020204" pitchFamily="34" charset="0"/>
        <a:buChar char="•"/>
        <a:defRPr sz="1750" kern="1200">
          <a:solidFill>
            <a:schemeClr val="tx1"/>
          </a:solidFill>
          <a:latin typeface="+mn-lt"/>
          <a:ea typeface="+mn-ea"/>
          <a:cs typeface="+mn-cs"/>
        </a:defRPr>
      </a:lvl1pPr>
      <a:lvl2pPr marL="428625" indent="-142875" algn="l" defTabSz="571500" rtl="0" eaLnBrk="1" latinLnBrk="0" hangingPunct="1">
        <a:lnSpc>
          <a:spcPct val="90000"/>
        </a:lnSpc>
        <a:spcBef>
          <a:spcPts val="313"/>
        </a:spcBef>
        <a:buFont typeface="Arial" panose="020B0604020202020204" pitchFamily="34" charset="0"/>
        <a:buChar char="•"/>
        <a:defRPr sz="1500" kern="1200">
          <a:solidFill>
            <a:schemeClr val="tx1"/>
          </a:solidFill>
          <a:latin typeface="+mn-lt"/>
          <a:ea typeface="+mn-ea"/>
          <a:cs typeface="+mn-cs"/>
        </a:defRPr>
      </a:lvl2pPr>
      <a:lvl3pPr marL="714375" indent="-142875" algn="l" defTabSz="571500" rtl="0" eaLnBrk="1" latinLnBrk="0" hangingPunct="1">
        <a:lnSpc>
          <a:spcPct val="90000"/>
        </a:lnSpc>
        <a:spcBef>
          <a:spcPts val="313"/>
        </a:spcBef>
        <a:buFont typeface="Arial" panose="020B0604020202020204" pitchFamily="34" charset="0"/>
        <a:buChar char="•"/>
        <a:defRPr sz="1250" kern="1200">
          <a:solidFill>
            <a:schemeClr val="tx1"/>
          </a:solidFill>
          <a:latin typeface="+mn-lt"/>
          <a:ea typeface="+mn-ea"/>
          <a:cs typeface="+mn-cs"/>
        </a:defRPr>
      </a:lvl3pPr>
      <a:lvl4pPr marL="1000125" indent="-142875" algn="l" defTabSz="571500" rtl="0" eaLnBrk="1" latinLnBrk="0" hangingPunct="1">
        <a:lnSpc>
          <a:spcPct val="90000"/>
        </a:lnSpc>
        <a:spcBef>
          <a:spcPts val="313"/>
        </a:spcBef>
        <a:buFont typeface="Arial" panose="020B0604020202020204" pitchFamily="34" charset="0"/>
        <a:buChar char="•"/>
        <a:defRPr sz="1125" kern="1200">
          <a:solidFill>
            <a:schemeClr val="tx1"/>
          </a:solidFill>
          <a:latin typeface="+mn-lt"/>
          <a:ea typeface="+mn-ea"/>
          <a:cs typeface="+mn-cs"/>
        </a:defRPr>
      </a:lvl4pPr>
      <a:lvl5pPr marL="1285875" indent="-142875" algn="l" defTabSz="571500" rtl="0" eaLnBrk="1" latinLnBrk="0" hangingPunct="1">
        <a:lnSpc>
          <a:spcPct val="90000"/>
        </a:lnSpc>
        <a:spcBef>
          <a:spcPts val="313"/>
        </a:spcBef>
        <a:buFont typeface="Arial" panose="020B0604020202020204" pitchFamily="34" charset="0"/>
        <a:buChar char="•"/>
        <a:defRPr sz="1125" kern="1200">
          <a:solidFill>
            <a:schemeClr val="tx1"/>
          </a:solidFill>
          <a:latin typeface="+mn-lt"/>
          <a:ea typeface="+mn-ea"/>
          <a:cs typeface="+mn-cs"/>
        </a:defRPr>
      </a:lvl5pPr>
      <a:lvl6pPr marL="1571625" indent="-142875" algn="l" defTabSz="571500" rtl="0" eaLnBrk="1" latinLnBrk="0" hangingPunct="1">
        <a:lnSpc>
          <a:spcPct val="90000"/>
        </a:lnSpc>
        <a:spcBef>
          <a:spcPts val="313"/>
        </a:spcBef>
        <a:buFont typeface="Arial" panose="020B0604020202020204" pitchFamily="34" charset="0"/>
        <a:buChar char="•"/>
        <a:defRPr sz="1125" kern="1200">
          <a:solidFill>
            <a:schemeClr val="tx1"/>
          </a:solidFill>
          <a:latin typeface="+mn-lt"/>
          <a:ea typeface="+mn-ea"/>
          <a:cs typeface="+mn-cs"/>
        </a:defRPr>
      </a:lvl6pPr>
      <a:lvl7pPr marL="1857375" indent="-142875" algn="l" defTabSz="571500" rtl="0" eaLnBrk="1" latinLnBrk="0" hangingPunct="1">
        <a:lnSpc>
          <a:spcPct val="90000"/>
        </a:lnSpc>
        <a:spcBef>
          <a:spcPts val="313"/>
        </a:spcBef>
        <a:buFont typeface="Arial" panose="020B0604020202020204" pitchFamily="34" charset="0"/>
        <a:buChar char="•"/>
        <a:defRPr sz="1125" kern="1200">
          <a:solidFill>
            <a:schemeClr val="tx1"/>
          </a:solidFill>
          <a:latin typeface="+mn-lt"/>
          <a:ea typeface="+mn-ea"/>
          <a:cs typeface="+mn-cs"/>
        </a:defRPr>
      </a:lvl7pPr>
      <a:lvl8pPr marL="2143125" indent="-142875" algn="l" defTabSz="571500" rtl="0" eaLnBrk="1" latinLnBrk="0" hangingPunct="1">
        <a:lnSpc>
          <a:spcPct val="90000"/>
        </a:lnSpc>
        <a:spcBef>
          <a:spcPts val="313"/>
        </a:spcBef>
        <a:buFont typeface="Arial" panose="020B0604020202020204" pitchFamily="34" charset="0"/>
        <a:buChar char="•"/>
        <a:defRPr sz="1125" kern="1200">
          <a:solidFill>
            <a:schemeClr val="tx1"/>
          </a:solidFill>
          <a:latin typeface="+mn-lt"/>
          <a:ea typeface="+mn-ea"/>
          <a:cs typeface="+mn-cs"/>
        </a:defRPr>
      </a:lvl8pPr>
      <a:lvl9pPr marL="2428875" indent="-142875" algn="l" defTabSz="571500" rtl="0" eaLnBrk="1" latinLnBrk="0" hangingPunct="1">
        <a:lnSpc>
          <a:spcPct val="90000"/>
        </a:lnSpc>
        <a:spcBef>
          <a:spcPts val="313"/>
        </a:spcBef>
        <a:buFont typeface="Arial" panose="020B0604020202020204" pitchFamily="34" charset="0"/>
        <a:buChar char="•"/>
        <a:defRPr sz="1125" kern="1200">
          <a:solidFill>
            <a:schemeClr val="tx1"/>
          </a:solidFill>
          <a:latin typeface="+mn-lt"/>
          <a:ea typeface="+mn-ea"/>
          <a:cs typeface="+mn-cs"/>
        </a:defRPr>
      </a:lvl9pPr>
    </p:bodyStyle>
    <p:otherStyle>
      <a:defPPr>
        <a:defRPr lang="en-US"/>
      </a:defPPr>
      <a:lvl1pPr marL="0" algn="l" defTabSz="571500" rtl="0" eaLnBrk="1" latinLnBrk="0" hangingPunct="1">
        <a:defRPr sz="1125" kern="1200">
          <a:solidFill>
            <a:schemeClr val="tx1"/>
          </a:solidFill>
          <a:latin typeface="+mn-lt"/>
          <a:ea typeface="+mn-ea"/>
          <a:cs typeface="+mn-cs"/>
        </a:defRPr>
      </a:lvl1pPr>
      <a:lvl2pPr marL="285750" algn="l" defTabSz="571500" rtl="0" eaLnBrk="1" latinLnBrk="0" hangingPunct="1">
        <a:defRPr sz="1125" kern="1200">
          <a:solidFill>
            <a:schemeClr val="tx1"/>
          </a:solidFill>
          <a:latin typeface="+mn-lt"/>
          <a:ea typeface="+mn-ea"/>
          <a:cs typeface="+mn-cs"/>
        </a:defRPr>
      </a:lvl2pPr>
      <a:lvl3pPr marL="571500" algn="l" defTabSz="571500" rtl="0" eaLnBrk="1" latinLnBrk="0" hangingPunct="1">
        <a:defRPr sz="1125" kern="1200">
          <a:solidFill>
            <a:schemeClr val="tx1"/>
          </a:solidFill>
          <a:latin typeface="+mn-lt"/>
          <a:ea typeface="+mn-ea"/>
          <a:cs typeface="+mn-cs"/>
        </a:defRPr>
      </a:lvl3pPr>
      <a:lvl4pPr marL="857250" algn="l" defTabSz="571500" rtl="0" eaLnBrk="1" latinLnBrk="0" hangingPunct="1">
        <a:defRPr sz="1125" kern="1200">
          <a:solidFill>
            <a:schemeClr val="tx1"/>
          </a:solidFill>
          <a:latin typeface="+mn-lt"/>
          <a:ea typeface="+mn-ea"/>
          <a:cs typeface="+mn-cs"/>
        </a:defRPr>
      </a:lvl4pPr>
      <a:lvl5pPr marL="1143000" algn="l" defTabSz="571500" rtl="0" eaLnBrk="1" latinLnBrk="0" hangingPunct="1">
        <a:defRPr sz="1125" kern="1200">
          <a:solidFill>
            <a:schemeClr val="tx1"/>
          </a:solidFill>
          <a:latin typeface="+mn-lt"/>
          <a:ea typeface="+mn-ea"/>
          <a:cs typeface="+mn-cs"/>
        </a:defRPr>
      </a:lvl5pPr>
      <a:lvl6pPr marL="1428750" algn="l" defTabSz="571500" rtl="0" eaLnBrk="1" latinLnBrk="0" hangingPunct="1">
        <a:defRPr sz="1125" kern="1200">
          <a:solidFill>
            <a:schemeClr val="tx1"/>
          </a:solidFill>
          <a:latin typeface="+mn-lt"/>
          <a:ea typeface="+mn-ea"/>
          <a:cs typeface="+mn-cs"/>
        </a:defRPr>
      </a:lvl6pPr>
      <a:lvl7pPr marL="1714500" algn="l" defTabSz="571500" rtl="0" eaLnBrk="1" latinLnBrk="0" hangingPunct="1">
        <a:defRPr sz="1125" kern="1200">
          <a:solidFill>
            <a:schemeClr val="tx1"/>
          </a:solidFill>
          <a:latin typeface="+mn-lt"/>
          <a:ea typeface="+mn-ea"/>
          <a:cs typeface="+mn-cs"/>
        </a:defRPr>
      </a:lvl7pPr>
      <a:lvl8pPr marL="2000250" algn="l" defTabSz="571500" rtl="0" eaLnBrk="1" latinLnBrk="0" hangingPunct="1">
        <a:defRPr sz="1125" kern="1200">
          <a:solidFill>
            <a:schemeClr val="tx1"/>
          </a:solidFill>
          <a:latin typeface="+mn-lt"/>
          <a:ea typeface="+mn-ea"/>
          <a:cs typeface="+mn-cs"/>
        </a:defRPr>
      </a:lvl8pPr>
      <a:lvl9pPr marL="2286000" algn="l" defTabSz="571500" rtl="0" eaLnBrk="1" latinLnBrk="0" hangingPunct="1">
        <a:defRPr sz="112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image" Target="../media/image11.png"/><Relationship Id="rId18" Type="http://schemas.microsoft.com/office/2007/relationships/hdphoto" Target="../media/hdphoto2.wdp"/><Relationship Id="rId26" Type="http://schemas.openxmlformats.org/officeDocument/2006/relationships/image" Target="../media/image23.svg"/><Relationship Id="rId3" Type="http://schemas.microsoft.com/office/2007/relationships/hdphoto" Target="../media/hdphoto1.wdp"/><Relationship Id="rId21" Type="http://schemas.openxmlformats.org/officeDocument/2006/relationships/image" Target="../media/image18.png"/><Relationship Id="rId7" Type="http://schemas.openxmlformats.org/officeDocument/2006/relationships/image" Target="../media/image5.png"/><Relationship Id="rId12" Type="http://schemas.openxmlformats.org/officeDocument/2006/relationships/image" Target="../media/image10.svg"/><Relationship Id="rId17" Type="http://schemas.openxmlformats.org/officeDocument/2006/relationships/image" Target="../media/image15.png"/><Relationship Id="rId25" Type="http://schemas.openxmlformats.org/officeDocument/2006/relationships/image" Target="../media/image22.png"/><Relationship Id="rId33" Type="http://schemas.openxmlformats.org/officeDocument/2006/relationships/image" Target="../media/image30.png"/><Relationship Id="rId2" Type="http://schemas.openxmlformats.org/officeDocument/2006/relationships/image" Target="../media/image1.png"/><Relationship Id="rId16" Type="http://schemas.openxmlformats.org/officeDocument/2006/relationships/image" Target="../media/image14.svg"/><Relationship Id="rId20" Type="http://schemas.openxmlformats.org/officeDocument/2006/relationships/image" Target="../media/image17.png"/><Relationship Id="rId29" Type="http://schemas.openxmlformats.org/officeDocument/2006/relationships/image" Target="../media/image26.png"/><Relationship Id="rId1" Type="http://schemas.openxmlformats.org/officeDocument/2006/relationships/slideLayout" Target="../slideLayouts/slideLayout1.xml"/><Relationship Id="rId6" Type="http://schemas.openxmlformats.org/officeDocument/2006/relationships/image" Target="../media/image4.svg"/><Relationship Id="rId11" Type="http://schemas.openxmlformats.org/officeDocument/2006/relationships/image" Target="../media/image9.png"/><Relationship Id="rId24" Type="http://schemas.openxmlformats.org/officeDocument/2006/relationships/image" Target="../media/image21.svg"/><Relationship Id="rId32" Type="http://schemas.openxmlformats.org/officeDocument/2006/relationships/image" Target="../media/image29.svg"/><Relationship Id="rId5" Type="http://schemas.openxmlformats.org/officeDocument/2006/relationships/image" Target="../media/image3.png"/><Relationship Id="rId15" Type="http://schemas.openxmlformats.org/officeDocument/2006/relationships/image" Target="../media/image13.png"/><Relationship Id="rId23" Type="http://schemas.openxmlformats.org/officeDocument/2006/relationships/image" Target="../media/image20.png"/><Relationship Id="rId28" Type="http://schemas.openxmlformats.org/officeDocument/2006/relationships/image" Target="../media/image25.svg"/><Relationship Id="rId10" Type="http://schemas.openxmlformats.org/officeDocument/2006/relationships/image" Target="../media/image8.svg"/><Relationship Id="rId19" Type="http://schemas.openxmlformats.org/officeDocument/2006/relationships/image" Target="../media/image16.png"/><Relationship Id="rId31" Type="http://schemas.openxmlformats.org/officeDocument/2006/relationships/image" Target="../media/image28.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svg"/><Relationship Id="rId22" Type="http://schemas.openxmlformats.org/officeDocument/2006/relationships/image" Target="../media/image19.svg"/><Relationship Id="rId27" Type="http://schemas.openxmlformats.org/officeDocument/2006/relationships/image" Target="../media/image24.png"/><Relationship Id="rId30" Type="http://schemas.openxmlformats.org/officeDocument/2006/relationships/image" Target="../media/image27.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84" name="Rectangle: Rounded Corners 83">
            <a:extLst>
              <a:ext uri="{FF2B5EF4-FFF2-40B4-BE49-F238E27FC236}">
                <a16:creationId xmlns:a16="http://schemas.microsoft.com/office/drawing/2014/main" id="{FBF155B0-553F-4051-8C33-BFAFBC2CDA05}"/>
              </a:ext>
            </a:extLst>
          </p:cNvPr>
          <p:cNvSpPr/>
          <p:nvPr/>
        </p:nvSpPr>
        <p:spPr>
          <a:xfrm>
            <a:off x="115016" y="15219878"/>
            <a:ext cx="2388676" cy="376242"/>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2" name="Rectangle: Rounded Corners 61">
            <a:extLst>
              <a:ext uri="{FF2B5EF4-FFF2-40B4-BE49-F238E27FC236}">
                <a16:creationId xmlns:a16="http://schemas.microsoft.com/office/drawing/2014/main" id="{1CB56E43-F0E2-4DDE-A6BE-2A972E564AC0}"/>
              </a:ext>
            </a:extLst>
          </p:cNvPr>
          <p:cNvSpPr/>
          <p:nvPr/>
        </p:nvSpPr>
        <p:spPr>
          <a:xfrm>
            <a:off x="3500717" y="12866037"/>
            <a:ext cx="2095060" cy="369332"/>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36" name="Picture 12" descr="Transparent Person Pointing Png - Man Pointing Up Png, Png Download - vhv">
            <a:extLst>
              <a:ext uri="{FF2B5EF4-FFF2-40B4-BE49-F238E27FC236}">
                <a16:creationId xmlns:a16="http://schemas.microsoft.com/office/drawing/2014/main" id="{78D86817-7AF8-4492-99B1-FABC67C8B90A}"/>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9359" b="89775" l="4535" r="93837">
                        <a14:foregroundMark x1="9186" y1="44887" x2="9186" y2="44887"/>
                        <a14:foregroundMark x1="10814" y1="40035" x2="10814" y2="40035"/>
                        <a14:foregroundMark x1="13721" y1="35529" x2="13721" y2="35529"/>
                        <a14:foregroundMark x1="13488" y1="31716" x2="13488" y2="31716"/>
                        <a14:foregroundMark x1="8023" y1="62218" x2="8023" y2="62218"/>
                        <a14:foregroundMark x1="4651" y1="60139" x2="4651" y2="60139"/>
                        <a14:foregroundMark x1="47558" y1="51993" x2="47558" y2="51993"/>
                        <a14:foregroundMark x1="48372" y1="57886" x2="48372" y2="57886"/>
                        <a14:foregroundMark x1="49884" y1="49567" x2="49884" y2="49567"/>
                        <a14:foregroundMark x1="49884" y1="49220" x2="49884" y2="49220"/>
                        <a14:foregroundMark x1="48488" y1="45061" x2="48488" y2="45061"/>
                        <a14:foregroundMark x1="48488" y1="45061" x2="48488" y2="45061"/>
                        <a14:foregroundMark x1="48488" y1="45061" x2="48488" y2="45061"/>
                        <a14:foregroundMark x1="90349" y1="59965" x2="90349" y2="59965"/>
                        <a14:foregroundMark x1="93953" y1="64645" x2="93953" y2="64645"/>
                        <a14:foregroundMark x1="52674" y1="9359" x2="52674" y2="9359"/>
                        <a14:foregroundMark x1="56047" y1="50953" x2="56047" y2="50953"/>
                        <a14:foregroundMark x1="56279" y1="47834" x2="55465" y2="60485"/>
                        <a14:foregroundMark x1="55465" y1="60485" x2="55349" y2="47140"/>
                        <a14:foregroundMark x1="55349" y1="47140" x2="53953" y2="63258"/>
                        <a14:foregroundMark x1="53953" y1="63258" x2="55814" y2="50780"/>
                        <a14:foregroundMark x1="55814" y1="50780" x2="52674" y2="70191"/>
                        <a14:foregroundMark x1="52674" y1="70191" x2="54767" y2="56846"/>
                        <a14:foregroundMark x1="54767" y1="56846" x2="51977" y2="72617"/>
                        <a14:foregroundMark x1="51977" y1="72617" x2="55698" y2="57539"/>
                        <a14:foregroundMark x1="55698" y1="57539" x2="52791" y2="70711"/>
                        <a14:foregroundMark x1="52791" y1="70711" x2="55581" y2="53206"/>
                        <a14:foregroundMark x1="55581" y1="53206" x2="53256" y2="69151"/>
                        <a14:foregroundMark x1="53256" y1="69151" x2="55698" y2="56153"/>
                        <a14:foregroundMark x1="55698" y1="56153" x2="52791" y2="70884"/>
                        <a14:foregroundMark x1="52791" y1="70884" x2="49535" y2="56153"/>
                        <a14:foregroundMark x1="49535" y1="56153" x2="49535" y2="80069"/>
                        <a14:foregroundMark x1="57442" y1="44367" x2="57326" y2="44367"/>
                        <a14:foregroundMark x1="48721" y1="44021" x2="48721" y2="44021"/>
                        <a14:foregroundMark x1="47558" y1="41594" x2="48023" y2="69324"/>
                        <a14:foregroundMark x1="48023" y1="69324" x2="48488" y2="69844"/>
                        <a14:foregroundMark x1="93140" y1="47314" x2="93140" y2="47314"/>
                      </a14:backgroundRemoval>
                    </a14:imgEffect>
                  </a14:imgLayer>
                </a14:imgProps>
              </a:ext>
              <a:ext uri="{28A0092B-C50C-407E-A947-70E740481C1C}">
                <a14:useLocalDpi xmlns:a14="http://schemas.microsoft.com/office/drawing/2010/main" val="0"/>
              </a:ext>
            </a:extLst>
          </a:blip>
          <a:srcRect/>
          <a:stretch>
            <a:fillRect/>
          </a:stretch>
        </p:blipFill>
        <p:spPr bwMode="auto">
          <a:xfrm>
            <a:off x="1896923" y="8831158"/>
            <a:ext cx="1921154" cy="1288774"/>
          </a:xfrm>
          <a:prstGeom prst="rect">
            <a:avLst/>
          </a:prstGeom>
          <a:noFill/>
          <a:extLst>
            <a:ext uri="{909E8E84-426E-40DD-AFC4-6F175D3DCCD1}">
              <a14:hiddenFill xmlns:a14="http://schemas.microsoft.com/office/drawing/2010/main">
                <a:solidFill>
                  <a:srgbClr val="FFFFFF"/>
                </a:solidFill>
              </a14:hiddenFill>
            </a:ext>
          </a:extLst>
        </p:spPr>
      </p:pic>
      <p:sp>
        <p:nvSpPr>
          <p:cNvPr id="45" name="Rectangle: Rounded Corners 44">
            <a:extLst>
              <a:ext uri="{FF2B5EF4-FFF2-40B4-BE49-F238E27FC236}">
                <a16:creationId xmlns:a16="http://schemas.microsoft.com/office/drawing/2014/main" id="{FD1A6A9F-D9C9-42ED-A970-E4692A2E5EF6}"/>
              </a:ext>
            </a:extLst>
          </p:cNvPr>
          <p:cNvSpPr/>
          <p:nvPr/>
        </p:nvSpPr>
        <p:spPr>
          <a:xfrm>
            <a:off x="1738250" y="6121994"/>
            <a:ext cx="2035097" cy="383727"/>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Flowchart: Alternate Process 41">
            <a:extLst>
              <a:ext uri="{FF2B5EF4-FFF2-40B4-BE49-F238E27FC236}">
                <a16:creationId xmlns:a16="http://schemas.microsoft.com/office/drawing/2014/main" id="{660A3752-0041-47EE-ADA2-71E755CECA31}"/>
              </a:ext>
            </a:extLst>
          </p:cNvPr>
          <p:cNvSpPr/>
          <p:nvPr/>
        </p:nvSpPr>
        <p:spPr>
          <a:xfrm>
            <a:off x="136632" y="1843383"/>
            <a:ext cx="1965788" cy="383727"/>
          </a:xfrm>
          <a:prstGeom prst="flowChartAlternateProcess">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lowchart: Alternate Process 24">
            <a:extLst>
              <a:ext uri="{FF2B5EF4-FFF2-40B4-BE49-F238E27FC236}">
                <a16:creationId xmlns:a16="http://schemas.microsoft.com/office/drawing/2014/main" id="{0CE0FE9C-7DF0-4DA7-8DAD-B802AE4FB083}"/>
              </a:ext>
            </a:extLst>
          </p:cNvPr>
          <p:cNvSpPr/>
          <p:nvPr/>
        </p:nvSpPr>
        <p:spPr>
          <a:xfrm>
            <a:off x="2431526" y="3778075"/>
            <a:ext cx="960132" cy="383727"/>
          </a:xfrm>
          <a:prstGeom prst="flowChartAlternateProcess">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03A191C9-5CFD-4375-A3FA-B1DA4745F50E}"/>
              </a:ext>
            </a:extLst>
          </p:cNvPr>
          <p:cNvSpPr txBox="1"/>
          <p:nvPr/>
        </p:nvSpPr>
        <p:spPr>
          <a:xfrm>
            <a:off x="61858" y="0"/>
            <a:ext cx="1963999" cy="707886"/>
          </a:xfrm>
          <a:prstGeom prst="rect">
            <a:avLst/>
          </a:prstGeom>
          <a:noFill/>
        </p:spPr>
        <p:txBody>
          <a:bodyPr wrap="none" rtlCol="0">
            <a:spAutoFit/>
          </a:bodyPr>
          <a:lstStyle/>
          <a:p>
            <a:r>
              <a:rPr lang="en-US" sz="4000" spc="-150" dirty="0">
                <a:solidFill>
                  <a:schemeClr val="accent6"/>
                </a:solidFill>
                <a:latin typeface="Raleway Black" panose="020B0A03030101060003" pitchFamily="34" charset="0"/>
              </a:rPr>
              <a:t>AI APPS</a:t>
            </a:r>
          </a:p>
        </p:txBody>
      </p:sp>
      <p:sp>
        <p:nvSpPr>
          <p:cNvPr id="5" name="TextBox 4">
            <a:extLst>
              <a:ext uri="{FF2B5EF4-FFF2-40B4-BE49-F238E27FC236}">
                <a16:creationId xmlns:a16="http://schemas.microsoft.com/office/drawing/2014/main" id="{D369C29E-267C-4DAC-A3D7-1D1D0805F173}"/>
              </a:ext>
            </a:extLst>
          </p:cNvPr>
          <p:cNvSpPr txBox="1"/>
          <p:nvPr/>
        </p:nvSpPr>
        <p:spPr>
          <a:xfrm>
            <a:off x="61858" y="699718"/>
            <a:ext cx="2804037" cy="646331"/>
          </a:xfrm>
          <a:prstGeom prst="rect">
            <a:avLst/>
          </a:prstGeom>
          <a:noFill/>
        </p:spPr>
        <p:txBody>
          <a:bodyPr wrap="none" rtlCol="0">
            <a:spAutoFit/>
          </a:bodyPr>
          <a:lstStyle/>
          <a:p>
            <a:r>
              <a:rPr lang="en-US" sz="1200" b="0" i="0" dirty="0">
                <a:solidFill>
                  <a:schemeClr val="bg1"/>
                </a:solidFill>
                <a:effectLst/>
                <a:latin typeface="Arial Rounded MT Bold" panose="020F0704030504030204" pitchFamily="34" charset="0"/>
              </a:rPr>
              <a:t>A simulation of human intelligence </a:t>
            </a:r>
            <a:br>
              <a:rPr lang="en-US" sz="1200" b="0" i="0" dirty="0">
                <a:solidFill>
                  <a:schemeClr val="bg1"/>
                </a:solidFill>
                <a:effectLst/>
                <a:latin typeface="Arial Rounded MT Bold" panose="020F0704030504030204" pitchFamily="34" charset="0"/>
              </a:rPr>
            </a:br>
            <a:r>
              <a:rPr lang="en-US" sz="1200" b="0" i="0" dirty="0">
                <a:solidFill>
                  <a:schemeClr val="bg1"/>
                </a:solidFill>
                <a:effectLst/>
                <a:latin typeface="Arial Rounded MT Bold" panose="020F0704030504030204" pitchFamily="34" charset="0"/>
              </a:rPr>
              <a:t>processes by machines, especially </a:t>
            </a:r>
            <a:br>
              <a:rPr lang="en-US" sz="1200" b="0" i="0" dirty="0">
                <a:solidFill>
                  <a:schemeClr val="bg1"/>
                </a:solidFill>
                <a:effectLst/>
                <a:latin typeface="Arial Rounded MT Bold" panose="020F0704030504030204" pitchFamily="34" charset="0"/>
              </a:rPr>
            </a:br>
            <a:r>
              <a:rPr lang="en-US" sz="1200" b="0" i="0" dirty="0">
                <a:solidFill>
                  <a:schemeClr val="bg1"/>
                </a:solidFill>
                <a:effectLst/>
                <a:latin typeface="Arial Rounded MT Bold" panose="020F0704030504030204" pitchFamily="34" charset="0"/>
              </a:rPr>
              <a:t>computer systems.</a:t>
            </a:r>
            <a:endParaRPr lang="en-US" sz="1200" dirty="0">
              <a:solidFill>
                <a:schemeClr val="bg1"/>
              </a:solidFill>
              <a:latin typeface="Arial Rounded MT Bold" panose="020F0704030504030204" pitchFamily="34" charset="0"/>
            </a:endParaRPr>
          </a:p>
        </p:txBody>
      </p:sp>
      <p:pic>
        <p:nvPicPr>
          <p:cNvPr id="7" name="Picture 2" descr="Top 10 Real World Artificial Intelligence Applications | AI Applications |  Edureka">
            <a:extLst>
              <a:ext uri="{FF2B5EF4-FFF2-40B4-BE49-F238E27FC236}">
                <a16:creationId xmlns:a16="http://schemas.microsoft.com/office/drawing/2014/main" id="{EC9A0006-D1E2-492B-A163-B570391B2C1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2702601" y="44807"/>
            <a:ext cx="3056998" cy="1719562"/>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0CD90381-03F7-47CD-B4CB-2C5F4FD227A1}"/>
              </a:ext>
            </a:extLst>
          </p:cNvPr>
          <p:cNvSpPr txBox="1"/>
          <p:nvPr/>
        </p:nvSpPr>
        <p:spPr>
          <a:xfrm>
            <a:off x="2503692" y="3778074"/>
            <a:ext cx="806093" cy="369332"/>
          </a:xfrm>
          <a:prstGeom prst="rect">
            <a:avLst/>
          </a:prstGeom>
          <a:noFill/>
          <a:ln>
            <a:noFill/>
          </a:ln>
        </p:spPr>
        <p:txBody>
          <a:bodyPr wrap="square" rtlCol="0">
            <a:spAutoFit/>
          </a:bodyPr>
          <a:lstStyle/>
          <a:p>
            <a:r>
              <a:rPr lang="en-US" i="1" dirty="0">
                <a:solidFill>
                  <a:schemeClr val="accent3"/>
                </a:solidFill>
                <a:latin typeface="Raleway Black" panose="020B0A03030101060003" pitchFamily="34" charset="0"/>
              </a:rPr>
              <a:t>Users</a:t>
            </a:r>
          </a:p>
        </p:txBody>
      </p:sp>
      <p:pic>
        <p:nvPicPr>
          <p:cNvPr id="11" name="Graphic 10" descr="Bus">
            <a:extLst>
              <a:ext uri="{FF2B5EF4-FFF2-40B4-BE49-F238E27FC236}">
                <a16:creationId xmlns:a16="http://schemas.microsoft.com/office/drawing/2014/main" id="{C0CBEEEA-D82A-4A9A-82C1-0C09B51DE4F3}"/>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431526" y="2388320"/>
            <a:ext cx="914400" cy="914400"/>
          </a:xfrm>
          <a:prstGeom prst="rect">
            <a:avLst/>
          </a:prstGeom>
        </p:spPr>
      </p:pic>
      <p:sp>
        <p:nvSpPr>
          <p:cNvPr id="12" name="TextBox 11">
            <a:extLst>
              <a:ext uri="{FF2B5EF4-FFF2-40B4-BE49-F238E27FC236}">
                <a16:creationId xmlns:a16="http://schemas.microsoft.com/office/drawing/2014/main" id="{E7440CCE-ED26-4C3C-8CB2-AE011A49E6BC}"/>
              </a:ext>
            </a:extLst>
          </p:cNvPr>
          <p:cNvSpPr txBox="1"/>
          <p:nvPr/>
        </p:nvSpPr>
        <p:spPr>
          <a:xfrm>
            <a:off x="2385383" y="2306266"/>
            <a:ext cx="1006686" cy="276999"/>
          </a:xfrm>
          <a:prstGeom prst="rect">
            <a:avLst/>
          </a:prstGeom>
          <a:noFill/>
        </p:spPr>
        <p:txBody>
          <a:bodyPr wrap="none" rtlCol="0">
            <a:spAutoFit/>
          </a:bodyPr>
          <a:lstStyle/>
          <a:p>
            <a:r>
              <a:rPr lang="en-US" sz="1200" dirty="0">
                <a:solidFill>
                  <a:schemeClr val="accent3"/>
                </a:solidFill>
                <a:latin typeface="Franklin Gothic Medium Cond" panose="020B0606030402020204" pitchFamily="34" charset="0"/>
              </a:rPr>
              <a:t>Transportation</a:t>
            </a:r>
          </a:p>
        </p:txBody>
      </p:sp>
      <p:pic>
        <p:nvPicPr>
          <p:cNvPr id="14" name="Graphic 13" descr="Building">
            <a:extLst>
              <a:ext uri="{FF2B5EF4-FFF2-40B4-BE49-F238E27FC236}">
                <a16:creationId xmlns:a16="http://schemas.microsoft.com/office/drawing/2014/main" id="{1B99AECE-4D10-45A3-8423-E82438E18B69}"/>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391657" y="4985987"/>
            <a:ext cx="914400" cy="914400"/>
          </a:xfrm>
          <a:prstGeom prst="rect">
            <a:avLst/>
          </a:prstGeom>
        </p:spPr>
      </p:pic>
      <p:pic>
        <p:nvPicPr>
          <p:cNvPr id="16" name="Graphic 15" descr="Medical">
            <a:extLst>
              <a:ext uri="{FF2B5EF4-FFF2-40B4-BE49-F238E27FC236}">
                <a16:creationId xmlns:a16="http://schemas.microsoft.com/office/drawing/2014/main" id="{E48F808D-7FA3-42F4-B526-05C4A5FEAEA4}"/>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231100" y="3506120"/>
            <a:ext cx="914400" cy="914400"/>
          </a:xfrm>
          <a:prstGeom prst="rect">
            <a:avLst/>
          </a:prstGeom>
        </p:spPr>
      </p:pic>
      <p:pic>
        <p:nvPicPr>
          <p:cNvPr id="18" name="Graphic 17" descr="Film reel">
            <a:extLst>
              <a:ext uri="{FF2B5EF4-FFF2-40B4-BE49-F238E27FC236}">
                <a16:creationId xmlns:a16="http://schemas.microsoft.com/office/drawing/2014/main" id="{47CC4FFA-8F6A-4255-BF21-08FF7096FBBC}"/>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549476" y="3496027"/>
            <a:ext cx="914400" cy="914400"/>
          </a:xfrm>
          <a:prstGeom prst="rect">
            <a:avLst/>
          </a:prstGeom>
        </p:spPr>
      </p:pic>
      <p:pic>
        <p:nvPicPr>
          <p:cNvPr id="20" name="Graphic 19" descr="Baseball">
            <a:extLst>
              <a:ext uri="{FF2B5EF4-FFF2-40B4-BE49-F238E27FC236}">
                <a16:creationId xmlns:a16="http://schemas.microsoft.com/office/drawing/2014/main" id="{1A960CE6-C389-439A-A13C-1B8108ECD929}"/>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1470983" y="4985987"/>
            <a:ext cx="914400" cy="914400"/>
          </a:xfrm>
          <a:prstGeom prst="rect">
            <a:avLst/>
          </a:prstGeom>
        </p:spPr>
      </p:pic>
      <p:sp>
        <p:nvSpPr>
          <p:cNvPr id="22" name="TextBox 21">
            <a:extLst>
              <a:ext uri="{FF2B5EF4-FFF2-40B4-BE49-F238E27FC236}">
                <a16:creationId xmlns:a16="http://schemas.microsoft.com/office/drawing/2014/main" id="{518FFA58-A60D-4191-B200-516D2D7E0237}"/>
              </a:ext>
            </a:extLst>
          </p:cNvPr>
          <p:cNvSpPr txBox="1"/>
          <p:nvPr/>
        </p:nvSpPr>
        <p:spPr>
          <a:xfrm>
            <a:off x="510290" y="3326730"/>
            <a:ext cx="992772" cy="276999"/>
          </a:xfrm>
          <a:prstGeom prst="rect">
            <a:avLst/>
          </a:prstGeom>
          <a:noFill/>
        </p:spPr>
        <p:txBody>
          <a:bodyPr wrap="none" rtlCol="0">
            <a:spAutoFit/>
          </a:bodyPr>
          <a:lstStyle/>
          <a:p>
            <a:r>
              <a:rPr lang="en-US" sz="1200" dirty="0">
                <a:solidFill>
                  <a:schemeClr val="accent3"/>
                </a:solidFill>
                <a:latin typeface="Franklin Gothic Medium Cond" panose="020B0606030402020204" pitchFamily="34" charset="0"/>
              </a:rPr>
              <a:t>Entertainment</a:t>
            </a:r>
          </a:p>
        </p:txBody>
      </p:sp>
      <p:sp>
        <p:nvSpPr>
          <p:cNvPr id="23" name="TextBox 22">
            <a:extLst>
              <a:ext uri="{FF2B5EF4-FFF2-40B4-BE49-F238E27FC236}">
                <a16:creationId xmlns:a16="http://schemas.microsoft.com/office/drawing/2014/main" id="{E25E15D2-50A0-4E51-9A05-D37DBAB7C42D}"/>
              </a:ext>
            </a:extLst>
          </p:cNvPr>
          <p:cNvSpPr txBox="1"/>
          <p:nvPr/>
        </p:nvSpPr>
        <p:spPr>
          <a:xfrm>
            <a:off x="4306057" y="3347694"/>
            <a:ext cx="797013" cy="276999"/>
          </a:xfrm>
          <a:prstGeom prst="rect">
            <a:avLst/>
          </a:prstGeom>
          <a:noFill/>
        </p:spPr>
        <p:txBody>
          <a:bodyPr wrap="none" rtlCol="0">
            <a:spAutoFit/>
          </a:bodyPr>
          <a:lstStyle/>
          <a:p>
            <a:r>
              <a:rPr lang="en-US" sz="1200" dirty="0">
                <a:solidFill>
                  <a:schemeClr val="accent3"/>
                </a:solidFill>
                <a:latin typeface="Franklin Gothic Medium Cond" panose="020B0606030402020204" pitchFamily="34" charset="0"/>
              </a:rPr>
              <a:t>Healthcare</a:t>
            </a:r>
          </a:p>
        </p:txBody>
      </p:sp>
      <p:sp>
        <p:nvSpPr>
          <p:cNvPr id="24" name="TextBox 23">
            <a:extLst>
              <a:ext uri="{FF2B5EF4-FFF2-40B4-BE49-F238E27FC236}">
                <a16:creationId xmlns:a16="http://schemas.microsoft.com/office/drawing/2014/main" id="{8A3FD269-3A88-409B-945F-B8E85655AFE5}"/>
              </a:ext>
            </a:extLst>
          </p:cNvPr>
          <p:cNvSpPr txBox="1"/>
          <p:nvPr/>
        </p:nvSpPr>
        <p:spPr>
          <a:xfrm>
            <a:off x="3345926" y="4764380"/>
            <a:ext cx="1007776" cy="276999"/>
          </a:xfrm>
          <a:prstGeom prst="rect">
            <a:avLst/>
          </a:prstGeom>
          <a:noFill/>
        </p:spPr>
        <p:txBody>
          <a:bodyPr wrap="none" rtlCol="0">
            <a:spAutoFit/>
          </a:bodyPr>
          <a:lstStyle/>
          <a:p>
            <a:r>
              <a:rPr lang="en-US" sz="1200" dirty="0">
                <a:solidFill>
                  <a:schemeClr val="accent3"/>
                </a:solidFill>
                <a:latin typeface="Franklin Gothic Medium Cond" panose="020B0606030402020204" pitchFamily="34" charset="0"/>
              </a:rPr>
              <a:t>Manufacturing</a:t>
            </a:r>
          </a:p>
        </p:txBody>
      </p:sp>
      <p:sp>
        <p:nvSpPr>
          <p:cNvPr id="28" name="TextBox 27">
            <a:extLst>
              <a:ext uri="{FF2B5EF4-FFF2-40B4-BE49-F238E27FC236}">
                <a16:creationId xmlns:a16="http://schemas.microsoft.com/office/drawing/2014/main" id="{118B86C8-5F9C-4A8A-9EF9-2298B42A6705}"/>
              </a:ext>
            </a:extLst>
          </p:cNvPr>
          <p:cNvSpPr txBox="1"/>
          <p:nvPr/>
        </p:nvSpPr>
        <p:spPr>
          <a:xfrm>
            <a:off x="1729443" y="4758640"/>
            <a:ext cx="558038" cy="276999"/>
          </a:xfrm>
          <a:prstGeom prst="rect">
            <a:avLst/>
          </a:prstGeom>
          <a:noFill/>
        </p:spPr>
        <p:txBody>
          <a:bodyPr wrap="none" rtlCol="0">
            <a:spAutoFit/>
          </a:bodyPr>
          <a:lstStyle/>
          <a:p>
            <a:r>
              <a:rPr lang="en-US" sz="1200" dirty="0">
                <a:solidFill>
                  <a:schemeClr val="accent3"/>
                </a:solidFill>
                <a:latin typeface="Franklin Gothic Medium Cond" panose="020B0606030402020204" pitchFamily="34" charset="0"/>
              </a:rPr>
              <a:t>Sports</a:t>
            </a:r>
          </a:p>
        </p:txBody>
      </p:sp>
      <p:pic>
        <p:nvPicPr>
          <p:cNvPr id="30" name="Graphic 30">
            <a:extLst>
              <a:ext uri="{FF2B5EF4-FFF2-40B4-BE49-F238E27FC236}">
                <a16:creationId xmlns:a16="http://schemas.microsoft.com/office/drawing/2014/main" id="{736B0365-1F7A-42FA-B54A-D372FA0E04B5}"/>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2724562" y="3149481"/>
            <a:ext cx="328328" cy="475212"/>
          </a:xfrm>
          <a:prstGeom prst="rect">
            <a:avLst/>
          </a:prstGeom>
        </p:spPr>
      </p:pic>
      <p:pic>
        <p:nvPicPr>
          <p:cNvPr id="31" name="Graphic 30">
            <a:extLst>
              <a:ext uri="{FF2B5EF4-FFF2-40B4-BE49-F238E27FC236}">
                <a16:creationId xmlns:a16="http://schemas.microsoft.com/office/drawing/2014/main" id="{8279EB6F-F55A-4976-80EF-964E12E9B570}"/>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rot="5400000">
            <a:off x="3681642" y="3725135"/>
            <a:ext cx="328328" cy="475212"/>
          </a:xfrm>
          <a:prstGeom prst="rect">
            <a:avLst/>
          </a:prstGeom>
        </p:spPr>
      </p:pic>
      <p:pic>
        <p:nvPicPr>
          <p:cNvPr id="32" name="Graphic 31">
            <a:extLst>
              <a:ext uri="{FF2B5EF4-FFF2-40B4-BE49-F238E27FC236}">
                <a16:creationId xmlns:a16="http://schemas.microsoft.com/office/drawing/2014/main" id="{4BE1456B-6F4A-4284-83C3-CFCFC5AB7727}"/>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rot="9320106">
            <a:off x="3204852" y="4328256"/>
            <a:ext cx="328328" cy="475212"/>
          </a:xfrm>
          <a:prstGeom prst="rect">
            <a:avLst/>
          </a:prstGeom>
        </p:spPr>
      </p:pic>
      <p:pic>
        <p:nvPicPr>
          <p:cNvPr id="34" name="Graphic 33">
            <a:extLst>
              <a:ext uri="{FF2B5EF4-FFF2-40B4-BE49-F238E27FC236}">
                <a16:creationId xmlns:a16="http://schemas.microsoft.com/office/drawing/2014/main" id="{1DBEF5E4-19DB-4CEE-997E-2B17DBEEB7F9}"/>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rot="12279894" flipH="1">
            <a:off x="2205266" y="4325446"/>
            <a:ext cx="328328" cy="475212"/>
          </a:xfrm>
          <a:prstGeom prst="rect">
            <a:avLst/>
          </a:prstGeom>
        </p:spPr>
      </p:pic>
      <p:pic>
        <p:nvPicPr>
          <p:cNvPr id="35" name="Graphic 34">
            <a:extLst>
              <a:ext uri="{FF2B5EF4-FFF2-40B4-BE49-F238E27FC236}">
                <a16:creationId xmlns:a16="http://schemas.microsoft.com/office/drawing/2014/main" id="{FE4B741A-4683-4A70-89AF-310D5DB5912A}"/>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rot="16200000" flipH="1">
            <a:off x="1700649" y="3725135"/>
            <a:ext cx="328328" cy="475212"/>
          </a:xfrm>
          <a:prstGeom prst="rect">
            <a:avLst/>
          </a:prstGeom>
        </p:spPr>
      </p:pic>
      <p:sp>
        <p:nvSpPr>
          <p:cNvPr id="39" name="TextBox 38">
            <a:extLst>
              <a:ext uri="{FF2B5EF4-FFF2-40B4-BE49-F238E27FC236}">
                <a16:creationId xmlns:a16="http://schemas.microsoft.com/office/drawing/2014/main" id="{BC1415EC-328E-4DD7-840C-4A5DF542D1DA}"/>
              </a:ext>
            </a:extLst>
          </p:cNvPr>
          <p:cNvSpPr txBox="1"/>
          <p:nvPr/>
        </p:nvSpPr>
        <p:spPr>
          <a:xfrm>
            <a:off x="136632" y="1836644"/>
            <a:ext cx="1935184" cy="369332"/>
          </a:xfrm>
          <a:prstGeom prst="rect">
            <a:avLst/>
          </a:prstGeom>
          <a:noFill/>
        </p:spPr>
        <p:txBody>
          <a:bodyPr wrap="square" rtlCol="0">
            <a:spAutoFit/>
          </a:bodyPr>
          <a:lstStyle/>
          <a:p>
            <a:r>
              <a:rPr lang="en-US" spc="-150" dirty="0">
                <a:solidFill>
                  <a:schemeClr val="accent6"/>
                </a:solidFill>
                <a:latin typeface="Raleway Black" panose="020B0A03030101060003" pitchFamily="34" charset="0"/>
              </a:rPr>
              <a:t>Who uses AI apps?</a:t>
            </a:r>
          </a:p>
        </p:txBody>
      </p:sp>
      <p:sp>
        <p:nvSpPr>
          <p:cNvPr id="44" name="Rectangle: Diagonal Corners Snipped 43">
            <a:extLst>
              <a:ext uri="{FF2B5EF4-FFF2-40B4-BE49-F238E27FC236}">
                <a16:creationId xmlns:a16="http://schemas.microsoft.com/office/drawing/2014/main" id="{E2CEFF20-FC35-4B40-BD1A-F5F89A910D93}"/>
              </a:ext>
            </a:extLst>
          </p:cNvPr>
          <p:cNvSpPr/>
          <p:nvPr/>
        </p:nvSpPr>
        <p:spPr>
          <a:xfrm>
            <a:off x="2200531" y="1944051"/>
            <a:ext cx="3423796" cy="171134"/>
          </a:xfrm>
          <a:prstGeom prst="snip2Diag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TextBox 46">
            <a:extLst>
              <a:ext uri="{FF2B5EF4-FFF2-40B4-BE49-F238E27FC236}">
                <a16:creationId xmlns:a16="http://schemas.microsoft.com/office/drawing/2014/main" id="{AF2B56DF-A2C9-4C43-9A50-C6B74A7A0FE2}"/>
              </a:ext>
            </a:extLst>
          </p:cNvPr>
          <p:cNvSpPr txBox="1"/>
          <p:nvPr/>
        </p:nvSpPr>
        <p:spPr>
          <a:xfrm>
            <a:off x="1856489" y="6123987"/>
            <a:ext cx="1916858" cy="369332"/>
          </a:xfrm>
          <a:prstGeom prst="rect">
            <a:avLst/>
          </a:prstGeom>
          <a:noFill/>
        </p:spPr>
        <p:txBody>
          <a:bodyPr wrap="square" rtlCol="0">
            <a:spAutoFit/>
          </a:bodyPr>
          <a:lstStyle/>
          <a:p>
            <a:r>
              <a:rPr lang="en-US" spc="-150" dirty="0">
                <a:solidFill>
                  <a:schemeClr val="accent6"/>
                </a:solidFill>
                <a:latin typeface="Raleway Black" panose="020B0A03030101060003" pitchFamily="34" charset="0"/>
              </a:rPr>
              <a:t>What are AI apps?</a:t>
            </a:r>
          </a:p>
        </p:txBody>
      </p:sp>
      <p:sp>
        <p:nvSpPr>
          <p:cNvPr id="50" name="Rectangle: Diagonal Corners Snipped 49">
            <a:extLst>
              <a:ext uri="{FF2B5EF4-FFF2-40B4-BE49-F238E27FC236}">
                <a16:creationId xmlns:a16="http://schemas.microsoft.com/office/drawing/2014/main" id="{BE662929-BA64-4354-9A2D-1F4FA06A99B2}"/>
              </a:ext>
            </a:extLst>
          </p:cNvPr>
          <p:cNvSpPr/>
          <p:nvPr/>
        </p:nvSpPr>
        <p:spPr>
          <a:xfrm>
            <a:off x="3852901" y="6223740"/>
            <a:ext cx="1771425" cy="164126"/>
          </a:xfrm>
          <a:prstGeom prst="snip2Diag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Diagonal Corners Snipped 51">
            <a:extLst>
              <a:ext uri="{FF2B5EF4-FFF2-40B4-BE49-F238E27FC236}">
                <a16:creationId xmlns:a16="http://schemas.microsoft.com/office/drawing/2014/main" id="{DC34C6B9-3B64-40FA-8BC7-6561FBED6368}"/>
              </a:ext>
            </a:extLst>
          </p:cNvPr>
          <p:cNvSpPr/>
          <p:nvPr/>
        </p:nvSpPr>
        <p:spPr>
          <a:xfrm>
            <a:off x="115016" y="6229440"/>
            <a:ext cx="1534147" cy="158426"/>
          </a:xfrm>
          <a:prstGeom prst="snip2Diag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a:extLst>
              <a:ext uri="{FF2B5EF4-FFF2-40B4-BE49-F238E27FC236}">
                <a16:creationId xmlns:a16="http://schemas.microsoft.com/office/drawing/2014/main" id="{F57FEAC6-7507-4102-BCA3-06A8C1EA2C15}"/>
              </a:ext>
            </a:extLst>
          </p:cNvPr>
          <p:cNvSpPr txBox="1"/>
          <p:nvPr/>
        </p:nvSpPr>
        <p:spPr>
          <a:xfrm>
            <a:off x="828894" y="6729302"/>
            <a:ext cx="429926" cy="276999"/>
          </a:xfrm>
          <a:prstGeom prst="rect">
            <a:avLst/>
          </a:prstGeom>
          <a:noFill/>
        </p:spPr>
        <p:txBody>
          <a:bodyPr wrap="none" rtlCol="0">
            <a:spAutoFit/>
          </a:bodyPr>
          <a:lstStyle/>
          <a:p>
            <a:r>
              <a:rPr lang="en-US" sz="1200" dirty="0">
                <a:solidFill>
                  <a:schemeClr val="accent3"/>
                </a:solidFill>
                <a:latin typeface="Raleway Black" panose="020B0A03030101060003" pitchFamily="34" charset="0"/>
              </a:rPr>
              <a:t>Siri</a:t>
            </a:r>
          </a:p>
        </p:txBody>
      </p:sp>
      <p:sp>
        <p:nvSpPr>
          <p:cNvPr id="54" name="TextBox 53">
            <a:extLst>
              <a:ext uri="{FF2B5EF4-FFF2-40B4-BE49-F238E27FC236}">
                <a16:creationId xmlns:a16="http://schemas.microsoft.com/office/drawing/2014/main" id="{7CB78733-0EA4-41A3-B197-57AC6B1E4954}"/>
              </a:ext>
            </a:extLst>
          </p:cNvPr>
          <p:cNvSpPr txBox="1"/>
          <p:nvPr/>
        </p:nvSpPr>
        <p:spPr>
          <a:xfrm>
            <a:off x="2467388" y="6727328"/>
            <a:ext cx="797013" cy="276999"/>
          </a:xfrm>
          <a:prstGeom prst="rect">
            <a:avLst/>
          </a:prstGeom>
          <a:noFill/>
        </p:spPr>
        <p:txBody>
          <a:bodyPr wrap="none" rtlCol="0">
            <a:spAutoFit/>
          </a:bodyPr>
          <a:lstStyle/>
          <a:p>
            <a:r>
              <a:rPr lang="en-US" sz="1200" dirty="0">
                <a:solidFill>
                  <a:schemeClr val="accent3"/>
                </a:solidFill>
                <a:latin typeface="Raleway Black" panose="020B0A03030101060003" pitchFamily="34" charset="0"/>
              </a:rPr>
              <a:t>Cortana</a:t>
            </a:r>
          </a:p>
        </p:txBody>
      </p:sp>
      <p:sp>
        <p:nvSpPr>
          <p:cNvPr id="55" name="TextBox 54">
            <a:extLst>
              <a:ext uri="{FF2B5EF4-FFF2-40B4-BE49-F238E27FC236}">
                <a16:creationId xmlns:a16="http://schemas.microsoft.com/office/drawing/2014/main" id="{A2E568AF-86DD-4692-83AC-3BDD3D9149A8}"/>
              </a:ext>
            </a:extLst>
          </p:cNvPr>
          <p:cNvSpPr txBox="1"/>
          <p:nvPr/>
        </p:nvSpPr>
        <p:spPr>
          <a:xfrm>
            <a:off x="4128709" y="6715194"/>
            <a:ext cx="1467068" cy="276999"/>
          </a:xfrm>
          <a:prstGeom prst="rect">
            <a:avLst/>
          </a:prstGeom>
          <a:noFill/>
        </p:spPr>
        <p:txBody>
          <a:bodyPr wrap="none" rtlCol="0">
            <a:spAutoFit/>
          </a:bodyPr>
          <a:lstStyle/>
          <a:p>
            <a:r>
              <a:rPr lang="en-US" sz="1200" dirty="0">
                <a:solidFill>
                  <a:schemeClr val="accent3"/>
                </a:solidFill>
                <a:latin typeface="Raleway Black" panose="020B0A03030101060003" pitchFamily="34" charset="0"/>
              </a:rPr>
              <a:t>Google Assistant</a:t>
            </a:r>
          </a:p>
        </p:txBody>
      </p:sp>
      <p:pic>
        <p:nvPicPr>
          <p:cNvPr id="1030" name="Picture 6" descr="Siri PNG - siri-icon siri-animal siri-coloring siri-funny. - CleanPNG /  KissPNG">
            <a:extLst>
              <a:ext uri="{FF2B5EF4-FFF2-40B4-BE49-F238E27FC236}">
                <a16:creationId xmlns:a16="http://schemas.microsoft.com/office/drawing/2014/main" id="{CA555018-5B71-4D2F-BD11-4CF0E336E3CE}"/>
              </a:ext>
            </a:extLst>
          </p:cNvPr>
          <p:cNvPicPr>
            <a:picLocks noChangeAspect="1" noChangeArrowheads="1"/>
          </p:cNvPicPr>
          <p:nvPr/>
        </p:nvPicPr>
        <p:blipFill>
          <a:blip r:embed="rId17">
            <a:extLst>
              <a:ext uri="{BEBA8EAE-BF5A-486C-A8C5-ECC9F3942E4B}">
                <a14:imgProps xmlns:a14="http://schemas.microsoft.com/office/drawing/2010/main">
                  <a14:imgLayer r:embed="rId18">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136632" y="6853693"/>
            <a:ext cx="1853074" cy="1853074"/>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Cortana Logo Icon of Flat style - Available in SVG, PNG, EPS, AI &amp; Icon  fonts">
            <a:extLst>
              <a:ext uri="{FF2B5EF4-FFF2-40B4-BE49-F238E27FC236}">
                <a16:creationId xmlns:a16="http://schemas.microsoft.com/office/drawing/2014/main" id="{77FE7E1D-6931-40A8-A96B-554F35B6D027}"/>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117413" y="7044543"/>
            <a:ext cx="1499945" cy="1499945"/>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a:extLst>
              <a:ext uri="{FF2B5EF4-FFF2-40B4-BE49-F238E27FC236}">
                <a16:creationId xmlns:a16="http://schemas.microsoft.com/office/drawing/2014/main" id="{762EAA16-976D-4D44-859E-FDB2CDA31CBB}"/>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852901" y="6992193"/>
            <a:ext cx="1689960" cy="1686447"/>
          </a:xfrm>
          <a:prstGeom prst="rect">
            <a:avLst/>
          </a:prstGeom>
          <a:noFill/>
          <a:extLst>
            <a:ext uri="{909E8E84-426E-40DD-AFC4-6F175D3DCCD1}">
              <a14:hiddenFill xmlns:a14="http://schemas.microsoft.com/office/drawing/2010/main">
                <a:solidFill>
                  <a:srgbClr val="FFFFFF"/>
                </a:solidFill>
              </a14:hiddenFill>
            </a:ext>
          </a:extLst>
        </p:spPr>
      </p:pic>
      <p:sp>
        <p:nvSpPr>
          <p:cNvPr id="61" name="TextBox 60">
            <a:extLst>
              <a:ext uri="{FF2B5EF4-FFF2-40B4-BE49-F238E27FC236}">
                <a16:creationId xmlns:a16="http://schemas.microsoft.com/office/drawing/2014/main" id="{43923E03-C1CE-4DD4-ABE7-8F151C9D42C4}"/>
              </a:ext>
            </a:extLst>
          </p:cNvPr>
          <p:cNvSpPr txBox="1"/>
          <p:nvPr/>
        </p:nvSpPr>
        <p:spPr>
          <a:xfrm>
            <a:off x="2028787" y="9923743"/>
            <a:ext cx="1789290" cy="369332"/>
          </a:xfrm>
          <a:prstGeom prst="rect">
            <a:avLst/>
          </a:prstGeom>
          <a:noFill/>
        </p:spPr>
        <p:txBody>
          <a:bodyPr wrap="square" rtlCol="0">
            <a:spAutoFit/>
          </a:bodyPr>
          <a:lstStyle/>
          <a:p>
            <a:r>
              <a:rPr lang="en-US" spc="-150" dirty="0">
                <a:solidFill>
                  <a:schemeClr val="bg1"/>
                </a:solidFill>
                <a:latin typeface="Raleway Black" panose="020B0A03030101060003" pitchFamily="34" charset="0"/>
              </a:rPr>
              <a:t>Top AI apps used</a:t>
            </a:r>
          </a:p>
        </p:txBody>
      </p:sp>
      <p:sp>
        <p:nvSpPr>
          <p:cNvPr id="63" name="TextBox 62">
            <a:extLst>
              <a:ext uri="{FF2B5EF4-FFF2-40B4-BE49-F238E27FC236}">
                <a16:creationId xmlns:a16="http://schemas.microsoft.com/office/drawing/2014/main" id="{B112EA7F-4082-4CC6-8704-B238D0C0E424}"/>
              </a:ext>
            </a:extLst>
          </p:cNvPr>
          <p:cNvSpPr txBox="1"/>
          <p:nvPr/>
        </p:nvSpPr>
        <p:spPr>
          <a:xfrm>
            <a:off x="638175" y="10371041"/>
            <a:ext cx="5014829" cy="646331"/>
          </a:xfrm>
          <a:prstGeom prst="rect">
            <a:avLst/>
          </a:prstGeom>
          <a:noFill/>
        </p:spPr>
        <p:txBody>
          <a:bodyPr wrap="square" rtlCol="0">
            <a:spAutoFit/>
          </a:bodyPr>
          <a:lstStyle/>
          <a:p>
            <a:pPr algn="just"/>
            <a:r>
              <a:rPr lang="en-US" sz="1200" dirty="0">
                <a:solidFill>
                  <a:schemeClr val="accent3"/>
                </a:solidFill>
                <a:effectLst/>
                <a:latin typeface="Franklin Gothic Medium Cond" panose="020B0606030402020204" pitchFamily="34" charset="0"/>
                <a:ea typeface="Calibri" panose="020F0502020204030204" pitchFamily="34" charset="0"/>
                <a:cs typeface="Times New Roman" panose="02020603050405020304" pitchFamily="18" charset="0"/>
              </a:rPr>
              <a:t>What are some of the notable differences between the various AIs you’re exploring in terms of the interactions you have with them, their “personalities,” levels of sophistication etc.?</a:t>
            </a:r>
          </a:p>
        </p:txBody>
      </p:sp>
      <p:pic>
        <p:nvPicPr>
          <p:cNvPr id="59" name="Graphic 58" descr="Add">
            <a:extLst>
              <a:ext uri="{FF2B5EF4-FFF2-40B4-BE49-F238E27FC236}">
                <a16:creationId xmlns:a16="http://schemas.microsoft.com/office/drawing/2014/main" id="{724FE81E-04D2-4CA1-A2B1-381012ADAC95}"/>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2857500" y="13596907"/>
            <a:ext cx="292586" cy="292586"/>
          </a:xfrm>
          <a:prstGeom prst="rect">
            <a:avLst/>
          </a:prstGeom>
        </p:spPr>
      </p:pic>
      <p:sp>
        <p:nvSpPr>
          <p:cNvPr id="68" name="TextBox 67">
            <a:extLst>
              <a:ext uri="{FF2B5EF4-FFF2-40B4-BE49-F238E27FC236}">
                <a16:creationId xmlns:a16="http://schemas.microsoft.com/office/drawing/2014/main" id="{629AE899-D05A-49A8-B7CA-B20A10113DC9}"/>
              </a:ext>
            </a:extLst>
          </p:cNvPr>
          <p:cNvSpPr txBox="1"/>
          <p:nvPr/>
        </p:nvSpPr>
        <p:spPr>
          <a:xfrm>
            <a:off x="678292" y="11032204"/>
            <a:ext cx="5014829" cy="1569660"/>
          </a:xfrm>
          <a:prstGeom prst="rect">
            <a:avLst/>
          </a:prstGeom>
          <a:noFill/>
        </p:spPr>
        <p:txBody>
          <a:bodyPr wrap="square" rtlCol="0">
            <a:spAutoFit/>
          </a:bodyPr>
          <a:lstStyle/>
          <a:p>
            <a:pPr algn="just"/>
            <a:r>
              <a:rPr lang="en-US" sz="1200" dirty="0">
                <a:solidFill>
                  <a:schemeClr val="bg1"/>
                </a:solidFill>
                <a:latin typeface="Franklin Gothic Medium Cond" panose="020B0606030402020204" pitchFamily="34" charset="0"/>
                <a:ea typeface="Calibri" panose="020F0502020204030204" pitchFamily="34" charset="0"/>
                <a:cs typeface="Times New Roman" panose="02020603050405020304" pitchFamily="18" charset="0"/>
              </a:rPr>
              <a:t>Overall the AI apps, I have used Siri more often overall apps. And maybe due to gender, I use the male Siri voice assistant. I have used Google Assistant too, and in terms of  sense of humor I would say</a:t>
            </a:r>
            <a:r>
              <a:rPr lang="en-US" sz="1200" i="1" dirty="0">
                <a:solidFill>
                  <a:schemeClr val="bg1"/>
                </a:solidFill>
                <a:latin typeface="Franklin Gothic Medium Cond" panose="020B0606030402020204" pitchFamily="34" charset="0"/>
                <a:ea typeface="Calibri" panose="020F0502020204030204" pitchFamily="34" charset="0"/>
                <a:cs typeface="Times New Roman" panose="02020603050405020304" pitchFamily="18" charset="0"/>
              </a:rPr>
              <a:t> </a:t>
            </a:r>
            <a:r>
              <a:rPr lang="en-US" sz="1200" dirty="0">
                <a:solidFill>
                  <a:schemeClr val="bg1"/>
                </a:solidFill>
                <a:latin typeface="Franklin Gothic Medium Cond" panose="020B0606030402020204" pitchFamily="34" charset="0"/>
                <a:ea typeface="Calibri" panose="020F0502020204030204" pitchFamily="34" charset="0"/>
                <a:cs typeface="Times New Roman" panose="02020603050405020304" pitchFamily="18" charset="0"/>
              </a:rPr>
              <a:t>google assistant is better.  I asked asking  both apps with: </a:t>
            </a:r>
          </a:p>
          <a:p>
            <a:pPr algn="just"/>
            <a:r>
              <a:rPr lang="en-US" sz="1200" dirty="0">
                <a:solidFill>
                  <a:schemeClr val="bg1"/>
                </a:solidFill>
                <a:latin typeface="Franklin Gothic Medium Cond" panose="020B0606030402020204" pitchFamily="34" charset="0"/>
                <a:ea typeface="Calibri" panose="020F0502020204030204" pitchFamily="34" charset="0"/>
                <a:cs typeface="Times New Roman" panose="02020603050405020304" pitchFamily="18" charset="0"/>
              </a:rPr>
              <a:t>“What is love?”. Siri will give you a result of safari searched result. On the other hand,, google assistant will actually search and read it for you.  Additionally, if you ask both if they can be your lover, Siri will answer you seriously that the AI can’t be your lover and can only be a virtual assistant. But google assistant will say yes and would tell you cheesy stuffs. To sum up, Siri is more of a serious one than google assistant.</a:t>
            </a:r>
          </a:p>
        </p:txBody>
      </p:sp>
      <p:sp>
        <p:nvSpPr>
          <p:cNvPr id="69" name="TextBox 68">
            <a:extLst>
              <a:ext uri="{FF2B5EF4-FFF2-40B4-BE49-F238E27FC236}">
                <a16:creationId xmlns:a16="http://schemas.microsoft.com/office/drawing/2014/main" id="{278A7D0E-03AC-4301-8838-21787A9E42E1}"/>
              </a:ext>
            </a:extLst>
          </p:cNvPr>
          <p:cNvSpPr txBox="1"/>
          <p:nvPr/>
        </p:nvSpPr>
        <p:spPr>
          <a:xfrm>
            <a:off x="3489042" y="12856952"/>
            <a:ext cx="2118410" cy="369332"/>
          </a:xfrm>
          <a:prstGeom prst="rect">
            <a:avLst/>
          </a:prstGeom>
          <a:noFill/>
        </p:spPr>
        <p:txBody>
          <a:bodyPr wrap="square" rtlCol="0">
            <a:spAutoFit/>
          </a:bodyPr>
          <a:lstStyle/>
          <a:p>
            <a:r>
              <a:rPr lang="en-US" spc="-150" dirty="0">
                <a:solidFill>
                  <a:schemeClr val="accent6"/>
                </a:solidFill>
                <a:latin typeface="Raleway Black" panose="020B0A03030101060003" pitchFamily="34" charset="0"/>
              </a:rPr>
              <a:t>Why AI is important?</a:t>
            </a:r>
          </a:p>
        </p:txBody>
      </p:sp>
      <p:sp>
        <p:nvSpPr>
          <p:cNvPr id="78" name="Rectangle: Diagonal Corners Snipped 77">
            <a:extLst>
              <a:ext uri="{FF2B5EF4-FFF2-40B4-BE49-F238E27FC236}">
                <a16:creationId xmlns:a16="http://schemas.microsoft.com/office/drawing/2014/main" id="{008C3FD1-7964-417F-A87D-B04E59C14227}"/>
              </a:ext>
            </a:extLst>
          </p:cNvPr>
          <p:cNvSpPr/>
          <p:nvPr/>
        </p:nvSpPr>
        <p:spPr>
          <a:xfrm>
            <a:off x="115016" y="12942682"/>
            <a:ext cx="3307861" cy="160662"/>
          </a:xfrm>
          <a:prstGeom prst="snip2Diag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5" name="Graphic 64" descr="Briefcase">
            <a:extLst>
              <a:ext uri="{FF2B5EF4-FFF2-40B4-BE49-F238E27FC236}">
                <a16:creationId xmlns:a16="http://schemas.microsoft.com/office/drawing/2014/main" id="{610941BD-F3FF-44FA-9D80-6EE04B805907}"/>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135072" y="13235369"/>
            <a:ext cx="316698" cy="316698"/>
          </a:xfrm>
          <a:prstGeom prst="rect">
            <a:avLst/>
          </a:prstGeom>
        </p:spPr>
      </p:pic>
      <p:sp>
        <p:nvSpPr>
          <p:cNvPr id="67" name="TextBox 66">
            <a:extLst>
              <a:ext uri="{FF2B5EF4-FFF2-40B4-BE49-F238E27FC236}">
                <a16:creationId xmlns:a16="http://schemas.microsoft.com/office/drawing/2014/main" id="{E517BE77-48E9-4D2C-978C-A863D9219470}"/>
              </a:ext>
            </a:extLst>
          </p:cNvPr>
          <p:cNvSpPr txBox="1"/>
          <p:nvPr/>
        </p:nvSpPr>
        <p:spPr>
          <a:xfrm>
            <a:off x="457055" y="13275068"/>
            <a:ext cx="1407758" cy="276999"/>
          </a:xfrm>
          <a:prstGeom prst="rect">
            <a:avLst/>
          </a:prstGeom>
          <a:noFill/>
        </p:spPr>
        <p:txBody>
          <a:bodyPr wrap="none" rtlCol="0">
            <a:spAutoFit/>
          </a:bodyPr>
          <a:lstStyle/>
          <a:p>
            <a:r>
              <a:rPr lang="en-US" sz="1200" dirty="0">
                <a:solidFill>
                  <a:schemeClr val="accent3"/>
                </a:solidFill>
                <a:latin typeface="Raleway Black" panose="020B0A03030101060003" pitchFamily="34" charset="0"/>
              </a:rPr>
              <a:t>Create new jobs</a:t>
            </a:r>
          </a:p>
        </p:txBody>
      </p:sp>
      <p:pic>
        <p:nvPicPr>
          <p:cNvPr id="73" name="Graphic 72" descr="Farmer">
            <a:extLst>
              <a:ext uri="{FF2B5EF4-FFF2-40B4-BE49-F238E27FC236}">
                <a16:creationId xmlns:a16="http://schemas.microsoft.com/office/drawing/2014/main" id="{E77E655A-9569-4905-AC54-FCA9CF4AD893}"/>
              </a:ext>
            </a:extLst>
          </p:cNvPr>
          <p:cNvPicPr>
            <a:picLocks noChangeAspect="1"/>
          </p:cNvPicPr>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134048" y="13610862"/>
            <a:ext cx="376242" cy="376242"/>
          </a:xfrm>
          <a:prstGeom prst="rect">
            <a:avLst/>
          </a:prstGeom>
        </p:spPr>
      </p:pic>
      <p:pic>
        <p:nvPicPr>
          <p:cNvPr id="80" name="Graphic 79" descr="First aid kit">
            <a:extLst>
              <a:ext uri="{FF2B5EF4-FFF2-40B4-BE49-F238E27FC236}">
                <a16:creationId xmlns:a16="http://schemas.microsoft.com/office/drawing/2014/main" id="{D42DB31A-1962-4CAD-B32C-3BF371CDBE4A}"/>
              </a:ext>
            </a:extLst>
          </p:cNvPr>
          <p:cNvPicPr>
            <a:picLocks noChangeAspect="1"/>
          </p:cNvPicPr>
          <p:nvPr/>
        </p:nvPicPr>
        <p:blipFill>
          <a:blip r:embed="rId27">
            <a:extLst>
              <a:ext uri="{28A0092B-C50C-407E-A947-70E740481C1C}">
                <a14:useLocalDpi xmlns:a14="http://schemas.microsoft.com/office/drawing/2010/main" val="0"/>
              </a:ext>
              <a:ext uri="{96DAC541-7B7A-43D3-8B79-37D633B846F1}">
                <asvg:svgBlip xmlns:asvg="http://schemas.microsoft.com/office/drawing/2016/SVG/main" r:embed="rId28"/>
              </a:ext>
            </a:extLst>
          </a:blip>
          <a:stretch>
            <a:fillRect/>
          </a:stretch>
        </p:blipFill>
        <p:spPr>
          <a:xfrm>
            <a:off x="150842" y="13987104"/>
            <a:ext cx="342654" cy="342654"/>
          </a:xfrm>
          <a:prstGeom prst="rect">
            <a:avLst/>
          </a:prstGeom>
        </p:spPr>
      </p:pic>
      <p:sp>
        <p:nvSpPr>
          <p:cNvPr id="88" name="TextBox 87">
            <a:extLst>
              <a:ext uri="{FF2B5EF4-FFF2-40B4-BE49-F238E27FC236}">
                <a16:creationId xmlns:a16="http://schemas.microsoft.com/office/drawing/2014/main" id="{BFF519C7-B665-41BA-BE40-BD70EE66A2A8}"/>
              </a:ext>
            </a:extLst>
          </p:cNvPr>
          <p:cNvSpPr txBox="1"/>
          <p:nvPr/>
        </p:nvSpPr>
        <p:spPr>
          <a:xfrm>
            <a:off x="456734" y="13675471"/>
            <a:ext cx="2122697" cy="276999"/>
          </a:xfrm>
          <a:prstGeom prst="rect">
            <a:avLst/>
          </a:prstGeom>
          <a:noFill/>
        </p:spPr>
        <p:txBody>
          <a:bodyPr wrap="none" rtlCol="0">
            <a:spAutoFit/>
          </a:bodyPr>
          <a:lstStyle/>
          <a:p>
            <a:r>
              <a:rPr lang="en-US" sz="1200" dirty="0">
                <a:solidFill>
                  <a:schemeClr val="accent3"/>
                </a:solidFill>
                <a:latin typeface="Raleway Black" panose="020B0A03030101060003" pitchFamily="34" charset="0"/>
              </a:rPr>
              <a:t>Revolutionize agriculture</a:t>
            </a:r>
          </a:p>
        </p:txBody>
      </p:sp>
      <p:sp>
        <p:nvSpPr>
          <p:cNvPr id="89" name="TextBox 88">
            <a:extLst>
              <a:ext uri="{FF2B5EF4-FFF2-40B4-BE49-F238E27FC236}">
                <a16:creationId xmlns:a16="http://schemas.microsoft.com/office/drawing/2014/main" id="{12C28917-7B76-42FC-80D6-F2410E938D25}"/>
              </a:ext>
            </a:extLst>
          </p:cNvPr>
          <p:cNvSpPr txBox="1"/>
          <p:nvPr/>
        </p:nvSpPr>
        <p:spPr>
          <a:xfrm>
            <a:off x="451770" y="14035020"/>
            <a:ext cx="1686680" cy="276999"/>
          </a:xfrm>
          <a:prstGeom prst="rect">
            <a:avLst/>
          </a:prstGeom>
          <a:noFill/>
        </p:spPr>
        <p:txBody>
          <a:bodyPr wrap="none" rtlCol="0">
            <a:spAutoFit/>
          </a:bodyPr>
          <a:lstStyle/>
          <a:p>
            <a:r>
              <a:rPr lang="en-US" sz="1200" dirty="0">
                <a:solidFill>
                  <a:schemeClr val="accent3"/>
                </a:solidFill>
                <a:latin typeface="Raleway Black" panose="020B0A03030101060003" pitchFamily="34" charset="0"/>
              </a:rPr>
              <a:t>Improve healthcare</a:t>
            </a:r>
          </a:p>
        </p:txBody>
      </p:sp>
      <p:sp>
        <p:nvSpPr>
          <p:cNvPr id="90" name="TextBox 89">
            <a:extLst>
              <a:ext uri="{FF2B5EF4-FFF2-40B4-BE49-F238E27FC236}">
                <a16:creationId xmlns:a16="http://schemas.microsoft.com/office/drawing/2014/main" id="{DF13F8DB-35EB-4DF3-B9F8-3058D4ED8255}"/>
              </a:ext>
            </a:extLst>
          </p:cNvPr>
          <p:cNvSpPr txBox="1"/>
          <p:nvPr/>
        </p:nvSpPr>
        <p:spPr>
          <a:xfrm>
            <a:off x="3197381" y="13292414"/>
            <a:ext cx="2410071" cy="1015663"/>
          </a:xfrm>
          <a:prstGeom prst="rect">
            <a:avLst/>
          </a:prstGeom>
          <a:noFill/>
        </p:spPr>
        <p:txBody>
          <a:bodyPr wrap="square" rtlCol="0">
            <a:spAutoFit/>
          </a:bodyPr>
          <a:lstStyle/>
          <a:p>
            <a:pPr algn="just"/>
            <a:r>
              <a:rPr lang="en-US" sz="1200" dirty="0">
                <a:solidFill>
                  <a:schemeClr val="bg1"/>
                </a:solidFill>
                <a:latin typeface="Franklin Gothic Medium Cond" panose="020B0606030402020204" pitchFamily="34" charset="0"/>
                <a:ea typeface="Calibri" panose="020F0502020204030204" pitchFamily="34" charset="0"/>
                <a:cs typeface="Times New Roman" panose="02020603050405020304" pitchFamily="18" charset="0"/>
              </a:rPr>
              <a:t>We’ve seen technology skyrocketed, it has made so much life easier. In the present, we now have AI’s that could tell us the task to be done for the day. Even AI’s to turn on a music for you.</a:t>
            </a:r>
          </a:p>
        </p:txBody>
      </p:sp>
      <p:pic>
        <p:nvPicPr>
          <p:cNvPr id="91" name="Graphic 90" descr="Information">
            <a:extLst>
              <a:ext uri="{FF2B5EF4-FFF2-40B4-BE49-F238E27FC236}">
                <a16:creationId xmlns:a16="http://schemas.microsoft.com/office/drawing/2014/main" id="{3716C3F6-9693-4199-ADA4-28432CA3C928}"/>
              </a:ext>
            </a:extLst>
          </p:cNvPr>
          <p:cNvPicPr>
            <a:picLocks noChangeAspect="1"/>
          </p:cNvPicPr>
          <p:nvPr/>
        </p:nvPicPr>
        <p:blipFill>
          <a:blip r:embed="rId29">
            <a:extLst>
              <a:ext uri="{28A0092B-C50C-407E-A947-70E740481C1C}">
                <a14:useLocalDpi xmlns:a14="http://schemas.microsoft.com/office/drawing/2010/main" val="0"/>
              </a:ext>
              <a:ext uri="{96DAC541-7B7A-43D3-8B79-37D633B846F1}">
                <asvg:svgBlip xmlns:asvg="http://schemas.microsoft.com/office/drawing/2016/SVG/main" r:embed="rId30"/>
              </a:ext>
            </a:extLst>
          </a:blip>
          <a:stretch>
            <a:fillRect/>
          </a:stretch>
        </p:blipFill>
        <p:spPr>
          <a:xfrm>
            <a:off x="180155" y="14573547"/>
            <a:ext cx="284028" cy="284028"/>
          </a:xfrm>
          <a:prstGeom prst="rect">
            <a:avLst/>
          </a:prstGeom>
        </p:spPr>
      </p:pic>
      <p:pic>
        <p:nvPicPr>
          <p:cNvPr id="82" name="Graphic 81" descr="Help">
            <a:extLst>
              <a:ext uri="{FF2B5EF4-FFF2-40B4-BE49-F238E27FC236}">
                <a16:creationId xmlns:a16="http://schemas.microsoft.com/office/drawing/2014/main" id="{3C654038-0CEC-46C7-9D7C-58B54447281F}"/>
              </a:ext>
            </a:extLst>
          </p:cNvPr>
          <p:cNvPicPr>
            <a:picLocks noChangeAspect="1"/>
          </p:cNvPicPr>
          <p:nvPr/>
        </p:nvPicPr>
        <p:blipFill>
          <a:blip r:embed="rId31">
            <a:extLst>
              <a:ext uri="{28A0092B-C50C-407E-A947-70E740481C1C}">
                <a14:useLocalDpi xmlns:a14="http://schemas.microsoft.com/office/drawing/2010/main" val="0"/>
              </a:ext>
              <a:ext uri="{96DAC541-7B7A-43D3-8B79-37D633B846F1}">
                <asvg:svgBlip xmlns:asvg="http://schemas.microsoft.com/office/drawing/2016/SVG/main" r:embed="rId32"/>
              </a:ext>
            </a:extLst>
          </a:blip>
          <a:stretch>
            <a:fillRect/>
          </a:stretch>
        </p:blipFill>
        <p:spPr>
          <a:xfrm>
            <a:off x="264922" y="10523693"/>
            <a:ext cx="341026" cy="341026"/>
          </a:xfrm>
          <a:prstGeom prst="rect">
            <a:avLst/>
          </a:prstGeom>
        </p:spPr>
      </p:pic>
      <p:pic>
        <p:nvPicPr>
          <p:cNvPr id="83" name="Graphic 82" descr="Add">
            <a:extLst>
              <a:ext uri="{FF2B5EF4-FFF2-40B4-BE49-F238E27FC236}">
                <a16:creationId xmlns:a16="http://schemas.microsoft.com/office/drawing/2014/main" id="{41BE1A1D-F5E0-4D40-8CDC-97716DE8FF74}"/>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293421" y="11524141"/>
            <a:ext cx="292586" cy="292586"/>
          </a:xfrm>
          <a:prstGeom prst="rect">
            <a:avLst/>
          </a:prstGeom>
        </p:spPr>
      </p:pic>
      <p:sp>
        <p:nvSpPr>
          <p:cNvPr id="96" name="TextBox 95">
            <a:extLst>
              <a:ext uri="{FF2B5EF4-FFF2-40B4-BE49-F238E27FC236}">
                <a16:creationId xmlns:a16="http://schemas.microsoft.com/office/drawing/2014/main" id="{141D4D74-D953-4559-98B8-443889C3861E}"/>
              </a:ext>
            </a:extLst>
          </p:cNvPr>
          <p:cNvSpPr txBox="1"/>
          <p:nvPr/>
        </p:nvSpPr>
        <p:spPr>
          <a:xfrm>
            <a:off x="455823" y="14392396"/>
            <a:ext cx="5079022" cy="646331"/>
          </a:xfrm>
          <a:prstGeom prst="rect">
            <a:avLst/>
          </a:prstGeom>
          <a:noFill/>
        </p:spPr>
        <p:txBody>
          <a:bodyPr wrap="square" rtlCol="0">
            <a:spAutoFit/>
          </a:bodyPr>
          <a:lstStyle/>
          <a:p>
            <a:pPr algn="just"/>
            <a:r>
              <a:rPr lang="en-US" sz="1200" dirty="0">
                <a:solidFill>
                  <a:schemeClr val="bg1"/>
                </a:solidFill>
                <a:latin typeface="Franklin Gothic Medium Cond" panose="020B0606030402020204" pitchFamily="34" charset="0"/>
                <a:ea typeface="Calibri" panose="020F0502020204030204" pitchFamily="34" charset="0"/>
                <a:cs typeface="Times New Roman" panose="02020603050405020304" pitchFamily="18" charset="0"/>
              </a:rPr>
              <a:t>AI systems have the ability to adopt and learn as they make decisions. They are just like humans though they lack emotions. Basically, AI’s only become bias is our responsibility because we are the one’s that’s feeding them data.</a:t>
            </a:r>
          </a:p>
        </p:txBody>
      </p:sp>
      <p:sp>
        <p:nvSpPr>
          <p:cNvPr id="97" name="TextBox 96">
            <a:extLst>
              <a:ext uri="{FF2B5EF4-FFF2-40B4-BE49-F238E27FC236}">
                <a16:creationId xmlns:a16="http://schemas.microsoft.com/office/drawing/2014/main" id="{7175398F-48DB-4D68-A18E-9233C061C9A5}"/>
              </a:ext>
            </a:extLst>
          </p:cNvPr>
          <p:cNvSpPr txBox="1"/>
          <p:nvPr/>
        </p:nvSpPr>
        <p:spPr>
          <a:xfrm>
            <a:off x="136834" y="15241522"/>
            <a:ext cx="2564080" cy="369332"/>
          </a:xfrm>
          <a:prstGeom prst="rect">
            <a:avLst/>
          </a:prstGeom>
          <a:noFill/>
        </p:spPr>
        <p:txBody>
          <a:bodyPr wrap="square" rtlCol="0">
            <a:spAutoFit/>
          </a:bodyPr>
          <a:lstStyle/>
          <a:p>
            <a:r>
              <a:rPr lang="en-US" spc="-150" dirty="0">
                <a:solidFill>
                  <a:schemeClr val="accent6"/>
                </a:solidFill>
                <a:latin typeface="Raleway Black" panose="020B0A03030101060003" pitchFamily="34" charset="0"/>
              </a:rPr>
              <a:t>When are AI’s created?</a:t>
            </a:r>
          </a:p>
        </p:txBody>
      </p:sp>
      <p:sp>
        <p:nvSpPr>
          <p:cNvPr id="99" name="Rectangle: Diagonal Corners Snipped 98">
            <a:extLst>
              <a:ext uri="{FF2B5EF4-FFF2-40B4-BE49-F238E27FC236}">
                <a16:creationId xmlns:a16="http://schemas.microsoft.com/office/drawing/2014/main" id="{5406C2AA-82BE-42A8-9A13-4AA837E912CE}"/>
              </a:ext>
            </a:extLst>
          </p:cNvPr>
          <p:cNvSpPr/>
          <p:nvPr/>
        </p:nvSpPr>
        <p:spPr>
          <a:xfrm>
            <a:off x="2628744" y="15327364"/>
            <a:ext cx="2977570" cy="160662"/>
          </a:xfrm>
          <a:prstGeom prst="snip2Diag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TextBox 99">
            <a:extLst>
              <a:ext uri="{FF2B5EF4-FFF2-40B4-BE49-F238E27FC236}">
                <a16:creationId xmlns:a16="http://schemas.microsoft.com/office/drawing/2014/main" id="{79CEE607-2A99-4A7E-A00A-2D67DF770CFF}"/>
              </a:ext>
            </a:extLst>
          </p:cNvPr>
          <p:cNvSpPr txBox="1"/>
          <p:nvPr/>
        </p:nvSpPr>
        <p:spPr>
          <a:xfrm>
            <a:off x="132273" y="15813649"/>
            <a:ext cx="5463504" cy="738664"/>
          </a:xfrm>
          <a:prstGeom prst="rect">
            <a:avLst/>
          </a:prstGeom>
          <a:noFill/>
        </p:spPr>
        <p:txBody>
          <a:bodyPr wrap="square" rtlCol="0">
            <a:spAutoFit/>
          </a:bodyPr>
          <a:lstStyle/>
          <a:p>
            <a:pPr algn="just"/>
            <a:r>
              <a:rPr lang="en-PH" b="0" i="0" dirty="0">
                <a:solidFill>
                  <a:schemeClr val="accent3"/>
                </a:solidFill>
                <a:effectLst/>
                <a:latin typeface="Franklin Gothic Medium Cond" panose="020B0606030402020204" pitchFamily="34" charset="0"/>
              </a:rPr>
              <a:t>December 1955 </a:t>
            </a:r>
            <a:r>
              <a:rPr lang="en-PH" sz="1200" b="0" i="0" dirty="0">
                <a:solidFill>
                  <a:schemeClr val="bg1"/>
                </a:solidFill>
                <a:effectLst/>
                <a:latin typeface="Franklin Gothic Medium Cond" panose="020B0606030402020204" pitchFamily="34" charset="0"/>
              </a:rPr>
              <a:t>Herbert Simon and Allen Newell develop the Logic Theorist, the first </a:t>
            </a:r>
            <a:r>
              <a:rPr lang="en-PH" sz="1200" b="1" i="0" dirty="0">
                <a:solidFill>
                  <a:schemeClr val="bg1"/>
                </a:solidFill>
                <a:effectLst/>
                <a:latin typeface="Franklin Gothic Medium Cond" panose="020B0606030402020204" pitchFamily="34" charset="0"/>
              </a:rPr>
              <a:t>artificial intelligence</a:t>
            </a:r>
            <a:r>
              <a:rPr lang="en-PH" sz="1200" b="0" i="0" dirty="0">
                <a:solidFill>
                  <a:schemeClr val="bg1"/>
                </a:solidFill>
                <a:effectLst/>
                <a:latin typeface="Franklin Gothic Medium Cond" panose="020B0606030402020204" pitchFamily="34" charset="0"/>
              </a:rPr>
              <a:t> program, which eventually would prove 38 of the first 52 theorems in Whitehead and Russell's Principia Mathematica.</a:t>
            </a:r>
          </a:p>
        </p:txBody>
      </p:sp>
      <p:pic>
        <p:nvPicPr>
          <p:cNvPr id="1040" name="Picture 16" descr="History of Artificial Intelligence - Javatpoint">
            <a:extLst>
              <a:ext uri="{FF2B5EF4-FFF2-40B4-BE49-F238E27FC236}">
                <a16:creationId xmlns:a16="http://schemas.microsoft.com/office/drawing/2014/main" id="{AD779DDD-E965-40D2-8406-7D3DD8DA2611}"/>
              </a:ext>
            </a:extLst>
          </p:cNvPr>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261323" y="16568592"/>
            <a:ext cx="5254806" cy="4181950"/>
          </a:xfrm>
          <a:prstGeom prst="rect">
            <a:avLst/>
          </a:prstGeom>
          <a:noFill/>
          <a:extLst>
            <a:ext uri="{909E8E84-426E-40DD-AFC4-6F175D3DCCD1}">
              <a14:hiddenFill xmlns:a14="http://schemas.microsoft.com/office/drawing/2010/main">
                <a:solidFill>
                  <a:srgbClr val="FFFFFF"/>
                </a:solidFill>
              </a14:hiddenFill>
            </a:ext>
          </a:extLst>
        </p:spPr>
      </p:pic>
      <p:pic>
        <p:nvPicPr>
          <p:cNvPr id="102" name="Graphic 101" descr="Help">
            <a:extLst>
              <a:ext uri="{FF2B5EF4-FFF2-40B4-BE49-F238E27FC236}">
                <a16:creationId xmlns:a16="http://schemas.microsoft.com/office/drawing/2014/main" id="{B8818F2F-D211-4AA7-A71E-1D598F1998A5}"/>
              </a:ext>
            </a:extLst>
          </p:cNvPr>
          <p:cNvPicPr>
            <a:picLocks noChangeAspect="1"/>
          </p:cNvPicPr>
          <p:nvPr/>
        </p:nvPicPr>
        <p:blipFill>
          <a:blip r:embed="rId31">
            <a:extLst>
              <a:ext uri="{28A0092B-C50C-407E-A947-70E740481C1C}">
                <a14:useLocalDpi xmlns:a14="http://schemas.microsoft.com/office/drawing/2010/main" val="0"/>
              </a:ext>
              <a:ext uri="{96DAC541-7B7A-43D3-8B79-37D633B846F1}">
                <asvg:svgBlip xmlns:asvg="http://schemas.microsoft.com/office/drawing/2016/SVG/main" r:embed="rId32"/>
              </a:ext>
            </a:extLst>
          </a:blip>
          <a:stretch>
            <a:fillRect/>
          </a:stretch>
        </p:blipFill>
        <p:spPr>
          <a:xfrm>
            <a:off x="235914" y="21016617"/>
            <a:ext cx="215856" cy="215856"/>
          </a:xfrm>
          <a:prstGeom prst="rect">
            <a:avLst/>
          </a:prstGeom>
        </p:spPr>
      </p:pic>
      <p:sp>
        <p:nvSpPr>
          <p:cNvPr id="103" name="TextBox 102">
            <a:extLst>
              <a:ext uri="{FF2B5EF4-FFF2-40B4-BE49-F238E27FC236}">
                <a16:creationId xmlns:a16="http://schemas.microsoft.com/office/drawing/2014/main" id="{07B46267-0291-45D9-A6E0-BAD4F5F2EDE5}"/>
              </a:ext>
            </a:extLst>
          </p:cNvPr>
          <p:cNvSpPr txBox="1"/>
          <p:nvPr/>
        </p:nvSpPr>
        <p:spPr>
          <a:xfrm>
            <a:off x="493496" y="20897228"/>
            <a:ext cx="5180419" cy="461665"/>
          </a:xfrm>
          <a:prstGeom prst="rect">
            <a:avLst/>
          </a:prstGeom>
          <a:noFill/>
        </p:spPr>
        <p:txBody>
          <a:bodyPr wrap="square" rtlCol="0">
            <a:spAutoFit/>
          </a:bodyPr>
          <a:lstStyle/>
          <a:p>
            <a:pPr algn="just"/>
            <a:r>
              <a:rPr lang="en-US" sz="1200" b="0" i="0" dirty="0">
                <a:solidFill>
                  <a:schemeClr val="accent3"/>
                </a:solidFill>
                <a:effectLst/>
                <a:latin typeface="Segoe UI Web"/>
              </a:rPr>
              <a:t>Do these AIs have a discernible identity in terms of, for example, gender, class, culture or ethnicity? Why are they designed this way?</a:t>
            </a:r>
            <a:endParaRPr lang="en-US" sz="1200" dirty="0">
              <a:solidFill>
                <a:schemeClr val="accent3"/>
              </a:solidFill>
              <a:effectLst/>
              <a:latin typeface="Franklin Gothic Medium Cond" panose="020B0606030402020204" pitchFamily="34" charset="0"/>
              <a:ea typeface="Calibri" panose="020F0502020204030204" pitchFamily="34" charset="0"/>
              <a:cs typeface="Times New Roman" panose="02020603050405020304" pitchFamily="18" charset="0"/>
            </a:endParaRPr>
          </a:p>
        </p:txBody>
      </p:sp>
      <p:sp>
        <p:nvSpPr>
          <p:cNvPr id="104" name="TextBox 103">
            <a:extLst>
              <a:ext uri="{FF2B5EF4-FFF2-40B4-BE49-F238E27FC236}">
                <a16:creationId xmlns:a16="http://schemas.microsoft.com/office/drawing/2014/main" id="{8D1DE202-C06B-4E99-A531-34C138838BC6}"/>
              </a:ext>
            </a:extLst>
          </p:cNvPr>
          <p:cNvSpPr txBox="1"/>
          <p:nvPr/>
        </p:nvSpPr>
        <p:spPr>
          <a:xfrm>
            <a:off x="493495" y="21358893"/>
            <a:ext cx="5102282" cy="646331"/>
          </a:xfrm>
          <a:prstGeom prst="rect">
            <a:avLst/>
          </a:prstGeom>
          <a:noFill/>
        </p:spPr>
        <p:txBody>
          <a:bodyPr wrap="square" rtlCol="0">
            <a:spAutoFit/>
          </a:bodyPr>
          <a:lstStyle/>
          <a:p>
            <a:pPr algn="just"/>
            <a:r>
              <a:rPr lang="en-US" sz="1200" dirty="0">
                <a:solidFill>
                  <a:schemeClr val="bg1"/>
                </a:solidFill>
                <a:latin typeface="Franklin Gothic Medium Cond" panose="020B0606030402020204" pitchFamily="34" charset="0"/>
                <a:ea typeface="Calibri" panose="020F0502020204030204" pitchFamily="34" charset="0"/>
                <a:cs typeface="Times New Roman" panose="02020603050405020304" pitchFamily="18" charset="0"/>
              </a:rPr>
              <a:t>AI’s are just </a:t>
            </a:r>
            <a:r>
              <a:rPr lang="en-US" sz="1200" i="1" dirty="0">
                <a:solidFill>
                  <a:schemeClr val="bg1"/>
                </a:solidFill>
                <a:latin typeface="Franklin Gothic Medium Cond" panose="020B0606030402020204" pitchFamily="34" charset="0"/>
                <a:ea typeface="Calibri" panose="020F0502020204030204" pitchFamily="34" charset="0"/>
                <a:cs typeface="Times New Roman" panose="02020603050405020304" pitchFamily="18" charset="0"/>
              </a:rPr>
              <a:t>voices</a:t>
            </a:r>
            <a:r>
              <a:rPr lang="en-US" sz="1200" dirty="0">
                <a:solidFill>
                  <a:schemeClr val="bg1"/>
                </a:solidFill>
                <a:latin typeface="Franklin Gothic Medium Cond" panose="020B0606030402020204" pitchFamily="34" charset="0"/>
                <a:ea typeface="Calibri" panose="020F0502020204030204" pitchFamily="34" charset="0"/>
                <a:cs typeface="Times New Roman" panose="02020603050405020304" pitchFamily="18" charset="0"/>
              </a:rPr>
              <a:t>, so you can’t see any gender or classes with the eyes. But depending on the AI’s voice, you can tell if it is a girl or a boy. Ethnicity and culture will depend on the AI’s accent. They are design this way to somehow adjust to human needs.</a:t>
            </a:r>
          </a:p>
        </p:txBody>
      </p:sp>
      <p:pic>
        <p:nvPicPr>
          <p:cNvPr id="105" name="Graphic 104" descr="Information">
            <a:extLst>
              <a:ext uri="{FF2B5EF4-FFF2-40B4-BE49-F238E27FC236}">
                <a16:creationId xmlns:a16="http://schemas.microsoft.com/office/drawing/2014/main" id="{A5CC7A99-A389-49C9-A6F4-CC162BC6EBB0}"/>
              </a:ext>
            </a:extLst>
          </p:cNvPr>
          <p:cNvPicPr>
            <a:picLocks noChangeAspect="1"/>
          </p:cNvPicPr>
          <p:nvPr/>
        </p:nvPicPr>
        <p:blipFill>
          <a:blip r:embed="rId29">
            <a:extLst>
              <a:ext uri="{28A0092B-C50C-407E-A947-70E740481C1C}">
                <a14:useLocalDpi xmlns:a14="http://schemas.microsoft.com/office/drawing/2010/main" val="0"/>
              </a:ext>
              <a:ext uri="{96DAC541-7B7A-43D3-8B79-37D633B846F1}">
                <asvg:svgBlip xmlns:asvg="http://schemas.microsoft.com/office/drawing/2016/SVG/main" r:embed="rId30"/>
              </a:ext>
            </a:extLst>
          </a:blip>
          <a:stretch>
            <a:fillRect/>
          </a:stretch>
        </p:blipFill>
        <p:spPr>
          <a:xfrm>
            <a:off x="238829" y="21535549"/>
            <a:ext cx="210026" cy="210026"/>
          </a:xfrm>
          <a:prstGeom prst="rect">
            <a:avLst/>
          </a:prstGeom>
        </p:spPr>
      </p:pic>
      <p:sp>
        <p:nvSpPr>
          <p:cNvPr id="86" name="TextBox 85">
            <a:extLst>
              <a:ext uri="{FF2B5EF4-FFF2-40B4-BE49-F238E27FC236}">
                <a16:creationId xmlns:a16="http://schemas.microsoft.com/office/drawing/2014/main" id="{27571AB6-97F2-46BC-9567-CC23BFAAE9F0}"/>
              </a:ext>
            </a:extLst>
          </p:cNvPr>
          <p:cNvSpPr txBox="1"/>
          <p:nvPr/>
        </p:nvSpPr>
        <p:spPr>
          <a:xfrm>
            <a:off x="1804152" y="22160282"/>
            <a:ext cx="3857202" cy="707886"/>
          </a:xfrm>
          <a:prstGeom prst="rect">
            <a:avLst/>
          </a:prstGeom>
          <a:noFill/>
        </p:spPr>
        <p:txBody>
          <a:bodyPr wrap="square" rtlCol="0">
            <a:spAutoFit/>
          </a:bodyPr>
          <a:lstStyle/>
          <a:p>
            <a:pPr algn="r"/>
            <a:r>
              <a:rPr lang="en-US" sz="800" b="1" i="0" dirty="0">
                <a:solidFill>
                  <a:schemeClr val="accent3"/>
                </a:solidFill>
                <a:effectLst/>
                <a:latin typeface="Franklin Gothic Medium Cond" panose="020B0606030402020204" pitchFamily="34" charset="0"/>
              </a:rPr>
              <a:t>AI</a:t>
            </a:r>
            <a:r>
              <a:rPr lang="en-US" sz="800" b="0" i="0" dirty="0">
                <a:solidFill>
                  <a:schemeClr val="accent3"/>
                </a:solidFill>
                <a:effectLst/>
                <a:latin typeface="Franklin Gothic Medium Cond" panose="020B0606030402020204" pitchFamily="34" charset="0"/>
              </a:rPr>
              <a:t> doesn't have to be evil to destroy humanity – if </a:t>
            </a:r>
            <a:r>
              <a:rPr lang="en-US" sz="800" b="1" i="0" dirty="0">
                <a:solidFill>
                  <a:schemeClr val="accent3"/>
                </a:solidFill>
                <a:effectLst/>
                <a:latin typeface="Franklin Gothic Medium Cond" panose="020B0606030402020204" pitchFamily="34" charset="0"/>
              </a:rPr>
              <a:t>AI</a:t>
            </a:r>
            <a:r>
              <a:rPr lang="en-US" sz="800" b="0" i="0" dirty="0">
                <a:solidFill>
                  <a:schemeClr val="accent3"/>
                </a:solidFill>
                <a:effectLst/>
                <a:latin typeface="Franklin Gothic Medium Cond" panose="020B0606030402020204" pitchFamily="34" charset="0"/>
              </a:rPr>
              <a:t> has a goal and humanity just happens to come in the way, I will destroy humanity as a matter of course without even thinking about it, no hard feelings</a:t>
            </a:r>
          </a:p>
          <a:p>
            <a:pPr algn="r"/>
            <a:endParaRPr lang="en-US" sz="800" dirty="0">
              <a:solidFill>
                <a:schemeClr val="accent3"/>
              </a:solidFill>
              <a:latin typeface="Franklin Gothic Medium Cond" panose="020B0606030402020204" pitchFamily="34" charset="0"/>
            </a:endParaRPr>
          </a:p>
          <a:p>
            <a:pPr algn="r"/>
            <a:r>
              <a:rPr lang="en-US" sz="800" dirty="0">
                <a:solidFill>
                  <a:schemeClr val="bg1"/>
                </a:solidFill>
                <a:latin typeface="Franklin Gothic Medium Cond" panose="020B0606030402020204" pitchFamily="34" charset="0"/>
              </a:rPr>
              <a:t>-Elon Musk</a:t>
            </a:r>
          </a:p>
        </p:txBody>
      </p:sp>
    </p:spTree>
    <p:extLst>
      <p:ext uri="{BB962C8B-B14F-4D97-AF65-F5344CB8AC3E}">
        <p14:creationId xmlns:p14="http://schemas.microsoft.com/office/powerpoint/2010/main" val="1007869553"/>
      </p:ext>
    </p:extLst>
  </p:cSld>
  <p:clrMapOvr>
    <a:masterClrMapping/>
  </p:clrMapOvr>
</p:sld>
</file>

<file path=ppt/theme/theme1.xml><?xml version="1.0" encoding="utf-8"?>
<a:theme xmlns:a="http://schemas.openxmlformats.org/drawingml/2006/main" name="Office Theme">
  <a:themeElements>
    <a:clrScheme name="Coolors 1">
      <a:dk1>
        <a:sysClr val="windowText" lastClr="000000"/>
      </a:dk1>
      <a:lt1>
        <a:sysClr val="window" lastClr="FFFFFF"/>
      </a:lt1>
      <a:dk2>
        <a:srgbClr val="44546A"/>
      </a:dk2>
      <a:lt2>
        <a:srgbClr val="E7E6E6"/>
      </a:lt2>
      <a:accent1>
        <a:srgbClr val="264653"/>
      </a:accent1>
      <a:accent2>
        <a:srgbClr val="2A9D8F"/>
      </a:accent2>
      <a:accent3>
        <a:srgbClr val="E9C46A"/>
      </a:accent3>
      <a:accent4>
        <a:srgbClr val="F4A261"/>
      </a:accent4>
      <a:accent5>
        <a:srgbClr val="E76F51"/>
      </a:accent5>
      <a:accent6>
        <a:srgbClr val="E63946"/>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223</TotalTime>
  <Words>495</Words>
  <Application>Microsoft Office PowerPoint</Application>
  <PresentationFormat>Custom</PresentationFormat>
  <Paragraphs>30</Paragraphs>
  <Slides>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vt:i4>
      </vt:variant>
    </vt:vector>
  </HeadingPairs>
  <TitlesOfParts>
    <vt:vector size="9" baseType="lpstr">
      <vt:lpstr>Arial</vt:lpstr>
      <vt:lpstr>Arial Rounded MT Bold</vt:lpstr>
      <vt:lpstr>Calibri</vt:lpstr>
      <vt:lpstr>Calibri Light</vt:lpstr>
      <vt:lpstr>Franklin Gothic Medium Cond</vt:lpstr>
      <vt:lpstr>Raleway Black</vt:lpstr>
      <vt:lpstr>Segoe UI Web</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Kaye   P. Engbino</dc:creator>
  <cp:lastModifiedBy>Kaye   P. Engbino</cp:lastModifiedBy>
  <cp:revision>21</cp:revision>
  <dcterms:created xsi:type="dcterms:W3CDTF">2020-11-11T15:02:47Z</dcterms:created>
  <dcterms:modified xsi:type="dcterms:W3CDTF">2020-11-11T18:46:04Z</dcterms:modified>
</cp:coreProperties>
</file>