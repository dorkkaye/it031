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6" y="240"/>
      </p:cViewPr>
      <p:guideLst>
        <p:guide orient="horz" pos="26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E278-880D-43C8-94BA-A88247C8B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D0E1C-0D70-461B-ABC5-C2E9392E1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BDE90-E083-4E0D-8E74-29803942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3BB0B-3790-47A4-915D-30EB54B2A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657E9-C3B2-4FFD-957E-08A61297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5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92BB-5F3E-4789-A5AD-7B888FF3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E9F9-F431-4465-A96C-0E3392640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9CC00-61BC-4530-9B48-40557CF9B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6BA3F-8598-4843-822A-84713EFF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867A3-82F8-46BA-87E5-72E82E25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57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556A-0E17-4439-95CF-4FA6FED9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5405C-CEB4-4D86-AD52-FF33B29F4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5D04F-4C39-4BAE-B7A6-061BF03A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BA977-7179-4355-90EC-064EE1AF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279E8-F260-4DD3-B642-F0628AB8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908C-3A4E-4222-B668-388A6197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4864E-409C-4BF8-A81F-A4B67860E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D9EDF-BBFB-43FD-AC75-B5D25C91D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E8B91-6EFB-44CE-BA92-4C6C89BC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62F9F-1D14-4B00-9573-78B9FBD5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7BA54-4BA6-4A83-B544-6D1390C5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4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2E88-CD56-41E7-AA67-A5D51406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F8EA2-A00A-4BCF-9A0A-B337673AC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1B725-7D3B-4DEE-9437-A21929616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02786-55CB-48DA-810B-F6D01692F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C5634-663E-4369-977F-D18377A108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CB047-4C92-4439-B941-388D75216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75DAF-C556-490E-B21B-C4AD00ECF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61B2E-626A-4405-892E-ACBC84E8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7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AB26-05A8-4B81-837C-5F541AE2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F64FA-7CEB-4A47-A092-80D07781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5432D-5138-45D5-B2FC-551B643D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16624-6615-4300-AAB6-7D415DF4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1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DCDDD-877F-40EE-BCA2-2C774C1E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FB952-6DC6-49ED-A178-8F7A16635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3D334-ABD7-44F0-8C28-8E9D392F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DA31-FB51-4EF3-A144-49DF357E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C1BE-E673-4F13-8610-EB417C2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DA351-A202-4C7B-8B58-98C4779EF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88D3C-BDBF-4A12-B494-32BE304A2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E5E80-0607-4BF1-9E14-F75DA7F8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0E32C-FA06-48A6-9CB1-77ECD25D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8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4CB8-5440-4B91-B911-C4F7C4AA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982E1-B317-42E7-9CF9-751A62771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E12D0-EDE7-4118-8959-B171AF167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8203-69B7-4929-B725-650FE2A1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BAAA7-4476-4519-8475-EE4AECAA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EED23-569A-4FE5-A130-770AA96A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1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1EC0-24A0-412E-8084-BA5EFD59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74F47-8796-4237-B8A6-18EA78B97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D7FB-C3F7-4803-8C4A-F05429F4C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A7964-A4A7-47B3-825E-44064DAC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3A4C-DFA6-48AC-B965-ABCAAE0F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6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020512-6CC1-4002-9012-56C7EF8D0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4705B-E063-4F15-9F7D-29BD450DD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87222-63B0-4CFF-BE7E-A142D3B3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2BFF1-E4D7-40FB-9A42-D31C3BEA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89D8D-4119-4209-B8D0-D5E83C64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F9A47-6232-41C0-AE54-C602CBB3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42DB4-661C-4108-8C70-58CC967B8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EE276-8D42-47F1-85C3-515A5FE16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7A59D-4CA6-49FB-910F-943B296A8F29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EE04-5B3C-4E85-B35C-5C4DBBD44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A81A4-CF10-404E-B458-6A287470C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F3FC0-EF23-48BD-80B0-CE1760491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9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BEFA87D1-26D0-4F88-9275-49E620D8578A}"/>
              </a:ext>
            </a:extLst>
          </p:cNvPr>
          <p:cNvSpPr txBox="1"/>
          <p:nvPr/>
        </p:nvSpPr>
        <p:spPr>
          <a:xfrm>
            <a:off x="3131949" y="134973"/>
            <a:ext cx="5945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Rockwell Extra Bold" panose="02060903040505020403" pitchFamily="18" charset="0"/>
              </a:rPr>
              <a:t>DIGITAL PLANNING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CE5489-8960-46E4-B47C-C16EB453B78C}"/>
              </a:ext>
            </a:extLst>
          </p:cNvPr>
          <p:cNvSpPr txBox="1"/>
          <p:nvPr/>
        </p:nvSpPr>
        <p:spPr>
          <a:xfrm>
            <a:off x="7049902" y="755130"/>
            <a:ext cx="2027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Engbino, Kaye P.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EBE9E02-91C3-4B04-B89F-43146840C38E}"/>
              </a:ext>
            </a:extLst>
          </p:cNvPr>
          <p:cNvGrpSpPr/>
          <p:nvPr/>
        </p:nvGrpSpPr>
        <p:grpSpPr>
          <a:xfrm>
            <a:off x="5011817" y="1299453"/>
            <a:ext cx="2168367" cy="5263864"/>
            <a:chOff x="4041980" y="1819772"/>
            <a:chExt cx="1670878" cy="407434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4D7F671-2A03-4AD1-937D-DE16A238890F}"/>
                </a:ext>
              </a:extLst>
            </p:cNvPr>
            <p:cNvGrpSpPr/>
            <p:nvPr/>
          </p:nvGrpSpPr>
          <p:grpSpPr>
            <a:xfrm>
              <a:off x="4055508" y="1819772"/>
              <a:ext cx="1657350" cy="1433946"/>
              <a:chOff x="711201" y="2112696"/>
              <a:chExt cx="1657350" cy="1433946"/>
            </a:xfrm>
          </p:grpSpPr>
          <p:sp>
            <p:nvSpPr>
              <p:cNvPr id="19" name="Rectangle: Top Corners Rounded 18">
                <a:extLst>
                  <a:ext uri="{FF2B5EF4-FFF2-40B4-BE49-F238E27FC236}">
                    <a16:creationId xmlns:a16="http://schemas.microsoft.com/office/drawing/2014/main" id="{059CB4FC-CC94-4758-BA7E-78B4BFCA4F66}"/>
                  </a:ext>
                </a:extLst>
              </p:cNvPr>
              <p:cNvSpPr/>
              <p:nvPr/>
            </p:nvSpPr>
            <p:spPr>
              <a:xfrm>
                <a:off x="726557" y="2112696"/>
                <a:ext cx="1624760" cy="1433946"/>
              </a:xfrm>
              <a:prstGeom prst="round2SameRect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673678-617C-4FBF-859C-28204C880C01}"/>
                  </a:ext>
                </a:extLst>
              </p:cNvPr>
              <p:cNvSpPr txBox="1"/>
              <p:nvPr/>
            </p:nvSpPr>
            <p:spPr>
              <a:xfrm>
                <a:off x="711201" y="2152650"/>
                <a:ext cx="16573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WHY AM I DOING IT?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706AB8-E461-4A84-B6FA-206D44D1C9A3}"/>
                  </a:ext>
                </a:extLst>
              </p:cNvPr>
              <p:cNvSpPr txBox="1"/>
              <p:nvPr/>
            </p:nvSpPr>
            <p:spPr>
              <a:xfrm>
                <a:off x="1252501" y="2671068"/>
                <a:ext cx="4762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2</a:t>
                </a: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5BA2BD8-F354-4C7C-B3E1-2C4CF3AFD36A}"/>
                </a:ext>
              </a:extLst>
            </p:cNvPr>
            <p:cNvSpPr/>
            <p:nvPr/>
          </p:nvSpPr>
          <p:spPr>
            <a:xfrm flipV="1">
              <a:off x="4068703" y="2640280"/>
              <a:ext cx="1626919" cy="3253839"/>
            </a:xfrm>
            <a:custGeom>
              <a:avLst/>
              <a:gdLst>
                <a:gd name="connsiteX0" fmla="*/ 0 w 1626919"/>
                <a:gd name="connsiteY0" fmla="*/ 3253839 h 3253839"/>
                <a:gd name="connsiteX1" fmla="*/ 309655 w 1626919"/>
                <a:gd name="connsiteY1" fmla="*/ 3253839 h 3253839"/>
                <a:gd name="connsiteX2" fmla="*/ 308757 w 1626919"/>
                <a:gd name="connsiteY2" fmla="*/ 3244931 h 3253839"/>
                <a:gd name="connsiteX3" fmla="*/ 795645 w 1626919"/>
                <a:gd name="connsiteY3" fmla="*/ 2758043 h 3253839"/>
                <a:gd name="connsiteX4" fmla="*/ 1282533 w 1626919"/>
                <a:gd name="connsiteY4" fmla="*/ 3244931 h 3253839"/>
                <a:gd name="connsiteX5" fmla="*/ 1281635 w 1626919"/>
                <a:gd name="connsiteY5" fmla="*/ 3253839 h 3253839"/>
                <a:gd name="connsiteX6" fmla="*/ 1626919 w 1626919"/>
                <a:gd name="connsiteY6" fmla="*/ 3253839 h 3253839"/>
                <a:gd name="connsiteX7" fmla="*/ 1626919 w 1626919"/>
                <a:gd name="connsiteY7" fmla="*/ 271159 h 3253839"/>
                <a:gd name="connsiteX8" fmla="*/ 1355760 w 1626919"/>
                <a:gd name="connsiteY8" fmla="*/ 0 h 3253839"/>
                <a:gd name="connsiteX9" fmla="*/ 271159 w 1626919"/>
                <a:gd name="connsiteY9" fmla="*/ 0 h 3253839"/>
                <a:gd name="connsiteX10" fmla="*/ 0 w 1626919"/>
                <a:gd name="connsiteY10" fmla="*/ 271159 h 325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919" h="3253839">
                  <a:moveTo>
                    <a:pt x="0" y="3253839"/>
                  </a:moveTo>
                  <a:lnTo>
                    <a:pt x="309655" y="3253839"/>
                  </a:lnTo>
                  <a:lnTo>
                    <a:pt x="308757" y="3244931"/>
                  </a:lnTo>
                  <a:cubicBezTo>
                    <a:pt x="308757" y="2976030"/>
                    <a:pt x="526744" y="2758043"/>
                    <a:pt x="795645" y="2758043"/>
                  </a:cubicBezTo>
                  <a:cubicBezTo>
                    <a:pt x="1064546" y="2758043"/>
                    <a:pt x="1282533" y="2976030"/>
                    <a:pt x="1282533" y="3244931"/>
                  </a:cubicBezTo>
                  <a:lnTo>
                    <a:pt x="1281635" y="3253839"/>
                  </a:lnTo>
                  <a:lnTo>
                    <a:pt x="1626919" y="3253839"/>
                  </a:lnTo>
                  <a:lnTo>
                    <a:pt x="1626919" y="271159"/>
                  </a:lnTo>
                  <a:cubicBezTo>
                    <a:pt x="1626919" y="121402"/>
                    <a:pt x="1505517" y="0"/>
                    <a:pt x="1355760" y="0"/>
                  </a:cubicBezTo>
                  <a:lnTo>
                    <a:pt x="271159" y="0"/>
                  </a:lnTo>
                  <a:cubicBezTo>
                    <a:pt x="121402" y="0"/>
                    <a:pt x="0" y="121402"/>
                    <a:pt x="0" y="2711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27000" sx="107000" sy="107000" algn="ctr" rotWithShape="0">
                <a:schemeClr val="tx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4CE65D5-3702-4894-9C85-3B11FD194A55}"/>
                </a:ext>
              </a:extLst>
            </p:cNvPr>
            <p:cNvGrpSpPr/>
            <p:nvPr/>
          </p:nvGrpSpPr>
          <p:grpSpPr>
            <a:xfrm>
              <a:off x="4041980" y="3157504"/>
              <a:ext cx="1626920" cy="2316668"/>
              <a:chOff x="697673" y="3450428"/>
              <a:chExt cx="1626920" cy="231666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DDCA870-C16D-46C7-A2DD-F71B1D1224EC}"/>
                  </a:ext>
                </a:extLst>
              </p:cNvPr>
              <p:cNvSpPr txBox="1"/>
              <p:nvPr/>
            </p:nvSpPr>
            <p:spPr>
              <a:xfrm>
                <a:off x="697673" y="3450428"/>
                <a:ext cx="16269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3"/>
                    </a:solidFill>
                    <a:latin typeface="Rockwell Extra Bold" panose="02060903040505020403" pitchFamily="18" charset="0"/>
                  </a:rPr>
                  <a:t>LEARN NEW LANGUAGE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F0938A-CD33-4966-93A0-8113F354A477}"/>
                  </a:ext>
                </a:extLst>
              </p:cNvPr>
              <p:cNvSpPr txBox="1"/>
              <p:nvPr/>
            </p:nvSpPr>
            <p:spPr>
              <a:xfrm>
                <a:off x="769336" y="3789822"/>
                <a:ext cx="1442580" cy="1977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Programming Language: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Explore and see the difference on some programming languages. 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Practice my algorithms by repeatedly solving problems on different language.</a:t>
                </a:r>
              </a:p>
              <a:p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Foreign Language: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 want to travel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were thought Spanish in JHS and I have continued to learn more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To understand other’s culture</a:t>
                </a:r>
              </a:p>
            </p:txBody>
          </p:sp>
        </p:grpSp>
        <p:pic>
          <p:nvPicPr>
            <p:cNvPr id="62" name="Graphic 61" descr="Magnifying glass">
              <a:extLst>
                <a:ext uri="{FF2B5EF4-FFF2-40B4-BE49-F238E27FC236}">
                  <a16:creationId xmlns:a16="http://schemas.microsoft.com/office/drawing/2014/main" id="{B5C47F96-E5B4-478A-93E7-42C5E59E5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47267" y="5380768"/>
              <a:ext cx="469790" cy="46979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C95E9B4-E13B-4964-8EEE-174D2145E9B1}"/>
              </a:ext>
            </a:extLst>
          </p:cNvPr>
          <p:cNvGrpSpPr/>
          <p:nvPr/>
        </p:nvGrpSpPr>
        <p:grpSpPr>
          <a:xfrm>
            <a:off x="1390081" y="1275159"/>
            <a:ext cx="2249200" cy="5265302"/>
            <a:chOff x="1771449" y="1820883"/>
            <a:chExt cx="1721959" cy="40732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D57BBD0-890F-4C75-8E04-6A0883D4DEF1}"/>
                </a:ext>
              </a:extLst>
            </p:cNvPr>
            <p:cNvGrpSpPr/>
            <p:nvPr/>
          </p:nvGrpSpPr>
          <p:grpSpPr>
            <a:xfrm>
              <a:off x="1836057" y="1820883"/>
              <a:ext cx="1657350" cy="1433164"/>
              <a:chOff x="711200" y="2113807"/>
              <a:chExt cx="1657350" cy="1433164"/>
            </a:xfrm>
          </p:grpSpPr>
          <p:sp>
            <p:nvSpPr>
              <p:cNvPr id="7" name="Rectangle: Top Corners Rounded 6">
                <a:extLst>
                  <a:ext uri="{FF2B5EF4-FFF2-40B4-BE49-F238E27FC236}">
                    <a16:creationId xmlns:a16="http://schemas.microsoft.com/office/drawing/2014/main" id="{FE15B4D2-B5C4-4110-89AD-E0F4A815F508}"/>
                  </a:ext>
                </a:extLst>
              </p:cNvPr>
              <p:cNvSpPr/>
              <p:nvPr/>
            </p:nvSpPr>
            <p:spPr>
              <a:xfrm>
                <a:off x="717550" y="2113807"/>
                <a:ext cx="1633127" cy="1433164"/>
              </a:xfrm>
              <a:prstGeom prst="round2Same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F1205B-AA82-46B3-9768-6A1446A8882B}"/>
                  </a:ext>
                </a:extLst>
              </p:cNvPr>
              <p:cNvSpPr txBox="1"/>
              <p:nvPr/>
            </p:nvSpPr>
            <p:spPr>
              <a:xfrm>
                <a:off x="711200" y="2152650"/>
                <a:ext cx="16573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WHAT I AM DOING?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4DF2D6-4DDC-4905-84B7-EC0F2CE144A0}"/>
                  </a:ext>
                </a:extLst>
              </p:cNvPr>
              <p:cNvSpPr txBox="1"/>
              <p:nvPr/>
            </p:nvSpPr>
            <p:spPr>
              <a:xfrm>
                <a:off x="1276350" y="2664133"/>
                <a:ext cx="4762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1</a:t>
                </a: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02B6646-3BCC-4C37-8343-156D1CB634D4}"/>
                </a:ext>
              </a:extLst>
            </p:cNvPr>
            <p:cNvSpPr/>
            <p:nvPr/>
          </p:nvSpPr>
          <p:spPr>
            <a:xfrm flipV="1">
              <a:off x="1849253" y="2640280"/>
              <a:ext cx="1626919" cy="3253839"/>
            </a:xfrm>
            <a:custGeom>
              <a:avLst/>
              <a:gdLst>
                <a:gd name="connsiteX0" fmla="*/ 0 w 1626919"/>
                <a:gd name="connsiteY0" fmla="*/ 3253839 h 3253839"/>
                <a:gd name="connsiteX1" fmla="*/ 309655 w 1626919"/>
                <a:gd name="connsiteY1" fmla="*/ 3253839 h 3253839"/>
                <a:gd name="connsiteX2" fmla="*/ 308757 w 1626919"/>
                <a:gd name="connsiteY2" fmla="*/ 3244931 h 3253839"/>
                <a:gd name="connsiteX3" fmla="*/ 795645 w 1626919"/>
                <a:gd name="connsiteY3" fmla="*/ 2758043 h 3253839"/>
                <a:gd name="connsiteX4" fmla="*/ 1282533 w 1626919"/>
                <a:gd name="connsiteY4" fmla="*/ 3244931 h 3253839"/>
                <a:gd name="connsiteX5" fmla="*/ 1281635 w 1626919"/>
                <a:gd name="connsiteY5" fmla="*/ 3253839 h 3253839"/>
                <a:gd name="connsiteX6" fmla="*/ 1626919 w 1626919"/>
                <a:gd name="connsiteY6" fmla="*/ 3253839 h 3253839"/>
                <a:gd name="connsiteX7" fmla="*/ 1626919 w 1626919"/>
                <a:gd name="connsiteY7" fmla="*/ 271159 h 3253839"/>
                <a:gd name="connsiteX8" fmla="*/ 1355760 w 1626919"/>
                <a:gd name="connsiteY8" fmla="*/ 0 h 3253839"/>
                <a:gd name="connsiteX9" fmla="*/ 271159 w 1626919"/>
                <a:gd name="connsiteY9" fmla="*/ 0 h 3253839"/>
                <a:gd name="connsiteX10" fmla="*/ 0 w 1626919"/>
                <a:gd name="connsiteY10" fmla="*/ 271159 h 325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919" h="3253839">
                  <a:moveTo>
                    <a:pt x="0" y="3253839"/>
                  </a:moveTo>
                  <a:lnTo>
                    <a:pt x="309655" y="3253839"/>
                  </a:lnTo>
                  <a:lnTo>
                    <a:pt x="308757" y="3244931"/>
                  </a:lnTo>
                  <a:cubicBezTo>
                    <a:pt x="308757" y="2976030"/>
                    <a:pt x="526744" y="2758043"/>
                    <a:pt x="795645" y="2758043"/>
                  </a:cubicBezTo>
                  <a:cubicBezTo>
                    <a:pt x="1064546" y="2758043"/>
                    <a:pt x="1282533" y="2976030"/>
                    <a:pt x="1282533" y="3244931"/>
                  </a:cubicBezTo>
                  <a:lnTo>
                    <a:pt x="1281635" y="3253839"/>
                  </a:lnTo>
                  <a:lnTo>
                    <a:pt x="1626919" y="3253839"/>
                  </a:lnTo>
                  <a:lnTo>
                    <a:pt x="1626919" y="271159"/>
                  </a:lnTo>
                  <a:cubicBezTo>
                    <a:pt x="1626919" y="121402"/>
                    <a:pt x="1505517" y="0"/>
                    <a:pt x="1355760" y="0"/>
                  </a:cubicBezTo>
                  <a:lnTo>
                    <a:pt x="271159" y="0"/>
                  </a:lnTo>
                  <a:cubicBezTo>
                    <a:pt x="121402" y="0"/>
                    <a:pt x="0" y="121402"/>
                    <a:pt x="0" y="2711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27000" sx="107000" sy="107000" algn="ctr" rotWithShape="0">
                <a:schemeClr val="tx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0B1276E-C4CE-4487-8AEF-825B1FE92E72}"/>
                </a:ext>
              </a:extLst>
            </p:cNvPr>
            <p:cNvGrpSpPr/>
            <p:nvPr/>
          </p:nvGrpSpPr>
          <p:grpSpPr>
            <a:xfrm>
              <a:off x="1771449" y="3151470"/>
              <a:ext cx="1721959" cy="2050261"/>
              <a:chOff x="646592" y="3444394"/>
              <a:chExt cx="1721959" cy="205026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049101-3268-42B5-B3FA-277330927258}"/>
                  </a:ext>
                </a:extLst>
              </p:cNvPr>
              <p:cNvSpPr txBox="1"/>
              <p:nvPr/>
            </p:nvSpPr>
            <p:spPr>
              <a:xfrm>
                <a:off x="646592" y="3444394"/>
                <a:ext cx="1721959" cy="404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2"/>
                    </a:solidFill>
                    <a:latin typeface="Rockwell Extra Bold" panose="02060903040505020403" pitchFamily="18" charset="0"/>
                  </a:rPr>
                  <a:t>LEARN NEW LANGUAGE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34B78F-71BD-4FF3-A83B-617ECABA4F16}"/>
                  </a:ext>
                </a:extLst>
              </p:cNvPr>
              <p:cNvSpPr txBox="1"/>
              <p:nvPr/>
            </p:nvSpPr>
            <p:spPr>
              <a:xfrm>
                <a:off x="807849" y="3810884"/>
                <a:ext cx="14132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Both programming and foreign language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1D37E18-2A11-4E3B-89DD-5131575AFC92}"/>
                  </a:ext>
                </a:extLst>
              </p:cNvPr>
              <p:cNvSpPr txBox="1"/>
              <p:nvPr/>
            </p:nvSpPr>
            <p:spPr>
              <a:xfrm>
                <a:off x="707116" y="4410142"/>
                <a:ext cx="1661434" cy="535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00" dirty="0">
                    <a:solidFill>
                      <a:schemeClr val="accent2"/>
                    </a:solidFill>
                    <a:latin typeface="Rockwell Extra Bold" panose="02060903040505020403" pitchFamily="18" charset="0"/>
                  </a:rPr>
                  <a:t>SHARING PHOTOGRAPHS AND THOUGHTS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DE34E8A-07DC-4893-8F63-6D95AE9EE841}"/>
                  </a:ext>
                </a:extLst>
              </p:cNvPr>
              <p:cNvSpPr txBox="1"/>
              <p:nvPr/>
            </p:nvSpPr>
            <p:spPr>
              <a:xfrm>
                <a:off x="808479" y="4940657"/>
                <a:ext cx="141325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Upload my photographs on my Instagram</a:t>
                </a:r>
              </a:p>
            </p:txBody>
          </p:sp>
        </p:grpSp>
        <p:pic>
          <p:nvPicPr>
            <p:cNvPr id="64" name="Graphic 63" descr="Computer">
              <a:extLst>
                <a:ext uri="{FF2B5EF4-FFF2-40B4-BE49-F238E27FC236}">
                  <a16:creationId xmlns:a16="http://schemas.microsoft.com/office/drawing/2014/main" id="{E2ADE2BF-D20B-4061-8EE9-5BB3F7B63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81958" y="5339429"/>
              <a:ext cx="552468" cy="552468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6F1AC9D-F6B3-43DA-8758-C61E63773CAB}"/>
              </a:ext>
            </a:extLst>
          </p:cNvPr>
          <p:cNvGrpSpPr/>
          <p:nvPr/>
        </p:nvGrpSpPr>
        <p:grpSpPr>
          <a:xfrm>
            <a:off x="8284479" y="1276597"/>
            <a:ext cx="2086166" cy="5263864"/>
            <a:chOff x="4041980" y="1820883"/>
            <a:chExt cx="1670878" cy="4073236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1FCA31F-23C4-41E8-8C5C-BDA132789781}"/>
                </a:ext>
              </a:extLst>
            </p:cNvPr>
            <p:cNvGrpSpPr/>
            <p:nvPr/>
          </p:nvGrpSpPr>
          <p:grpSpPr>
            <a:xfrm>
              <a:off x="4055508" y="1820883"/>
              <a:ext cx="1657350" cy="1433946"/>
              <a:chOff x="711201" y="2113807"/>
              <a:chExt cx="1657350" cy="1433946"/>
            </a:xfrm>
          </p:grpSpPr>
          <p:sp>
            <p:nvSpPr>
              <p:cNvPr id="91" name="Rectangle: Top Corners Rounded 90">
                <a:extLst>
                  <a:ext uri="{FF2B5EF4-FFF2-40B4-BE49-F238E27FC236}">
                    <a16:creationId xmlns:a16="http://schemas.microsoft.com/office/drawing/2014/main" id="{47768D9E-7B59-4668-BA70-C31C795EEFF7}"/>
                  </a:ext>
                </a:extLst>
              </p:cNvPr>
              <p:cNvSpPr/>
              <p:nvPr/>
            </p:nvSpPr>
            <p:spPr>
              <a:xfrm>
                <a:off x="717550" y="2113807"/>
                <a:ext cx="1633765" cy="1433946"/>
              </a:xfrm>
              <a:prstGeom prst="round2SameRect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A8DF9C7-E69C-4AD8-B906-7513FF9742D3}"/>
                  </a:ext>
                </a:extLst>
              </p:cNvPr>
              <p:cNvSpPr txBox="1"/>
              <p:nvPr/>
            </p:nvSpPr>
            <p:spPr>
              <a:xfrm>
                <a:off x="711201" y="2152650"/>
                <a:ext cx="16573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WHY AM I DOING IT?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A5C912E-3AA5-49DC-8D27-7303BF89C795}"/>
                  </a:ext>
                </a:extLst>
              </p:cNvPr>
              <p:cNvSpPr txBox="1"/>
              <p:nvPr/>
            </p:nvSpPr>
            <p:spPr>
              <a:xfrm>
                <a:off x="1252501" y="2671068"/>
                <a:ext cx="4762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2</a:t>
                </a:r>
              </a:p>
            </p:txBody>
          </p:sp>
        </p:grp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FB0B850-5348-4522-977B-A16A5655E74D}"/>
                </a:ext>
              </a:extLst>
            </p:cNvPr>
            <p:cNvSpPr/>
            <p:nvPr/>
          </p:nvSpPr>
          <p:spPr>
            <a:xfrm flipV="1">
              <a:off x="4068703" y="2640280"/>
              <a:ext cx="1626919" cy="3253839"/>
            </a:xfrm>
            <a:custGeom>
              <a:avLst/>
              <a:gdLst>
                <a:gd name="connsiteX0" fmla="*/ 0 w 1626919"/>
                <a:gd name="connsiteY0" fmla="*/ 3253839 h 3253839"/>
                <a:gd name="connsiteX1" fmla="*/ 309655 w 1626919"/>
                <a:gd name="connsiteY1" fmla="*/ 3253839 h 3253839"/>
                <a:gd name="connsiteX2" fmla="*/ 308757 w 1626919"/>
                <a:gd name="connsiteY2" fmla="*/ 3244931 h 3253839"/>
                <a:gd name="connsiteX3" fmla="*/ 795645 w 1626919"/>
                <a:gd name="connsiteY3" fmla="*/ 2758043 h 3253839"/>
                <a:gd name="connsiteX4" fmla="*/ 1282533 w 1626919"/>
                <a:gd name="connsiteY4" fmla="*/ 3244931 h 3253839"/>
                <a:gd name="connsiteX5" fmla="*/ 1281635 w 1626919"/>
                <a:gd name="connsiteY5" fmla="*/ 3253839 h 3253839"/>
                <a:gd name="connsiteX6" fmla="*/ 1626919 w 1626919"/>
                <a:gd name="connsiteY6" fmla="*/ 3253839 h 3253839"/>
                <a:gd name="connsiteX7" fmla="*/ 1626919 w 1626919"/>
                <a:gd name="connsiteY7" fmla="*/ 271159 h 3253839"/>
                <a:gd name="connsiteX8" fmla="*/ 1355760 w 1626919"/>
                <a:gd name="connsiteY8" fmla="*/ 0 h 3253839"/>
                <a:gd name="connsiteX9" fmla="*/ 271159 w 1626919"/>
                <a:gd name="connsiteY9" fmla="*/ 0 h 3253839"/>
                <a:gd name="connsiteX10" fmla="*/ 0 w 1626919"/>
                <a:gd name="connsiteY10" fmla="*/ 271159 h 325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919" h="3253839">
                  <a:moveTo>
                    <a:pt x="0" y="3253839"/>
                  </a:moveTo>
                  <a:lnTo>
                    <a:pt x="309655" y="3253839"/>
                  </a:lnTo>
                  <a:lnTo>
                    <a:pt x="308757" y="3244931"/>
                  </a:lnTo>
                  <a:cubicBezTo>
                    <a:pt x="308757" y="2976030"/>
                    <a:pt x="526744" y="2758043"/>
                    <a:pt x="795645" y="2758043"/>
                  </a:cubicBezTo>
                  <a:cubicBezTo>
                    <a:pt x="1064546" y="2758043"/>
                    <a:pt x="1282533" y="2976030"/>
                    <a:pt x="1282533" y="3244931"/>
                  </a:cubicBezTo>
                  <a:lnTo>
                    <a:pt x="1281635" y="3253839"/>
                  </a:lnTo>
                  <a:lnTo>
                    <a:pt x="1626919" y="3253839"/>
                  </a:lnTo>
                  <a:lnTo>
                    <a:pt x="1626919" y="271159"/>
                  </a:lnTo>
                  <a:cubicBezTo>
                    <a:pt x="1626919" y="121402"/>
                    <a:pt x="1505517" y="0"/>
                    <a:pt x="1355760" y="0"/>
                  </a:cubicBezTo>
                  <a:lnTo>
                    <a:pt x="271159" y="0"/>
                  </a:lnTo>
                  <a:cubicBezTo>
                    <a:pt x="121402" y="0"/>
                    <a:pt x="0" y="121402"/>
                    <a:pt x="0" y="2711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27000" sx="107000" sy="107000" algn="ctr" rotWithShape="0">
                <a:schemeClr val="tx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4D5C919-2FA9-48D4-A8B7-211DB01CC1A6}"/>
                </a:ext>
              </a:extLst>
            </p:cNvPr>
            <p:cNvGrpSpPr/>
            <p:nvPr/>
          </p:nvGrpSpPr>
          <p:grpSpPr>
            <a:xfrm>
              <a:off x="4041980" y="3157504"/>
              <a:ext cx="1626920" cy="2144268"/>
              <a:chOff x="697673" y="3450428"/>
              <a:chExt cx="1626920" cy="2144268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73AEDB2-45CC-47CC-999F-119B34310874}"/>
                  </a:ext>
                </a:extLst>
              </p:cNvPr>
              <p:cNvSpPr txBox="1"/>
              <p:nvPr/>
            </p:nvSpPr>
            <p:spPr>
              <a:xfrm>
                <a:off x="697673" y="3450428"/>
                <a:ext cx="1626920" cy="571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3"/>
                    </a:solidFill>
                    <a:latin typeface="Rockwell Extra Bold" panose="02060903040505020403" pitchFamily="18" charset="0"/>
                  </a:rPr>
                  <a:t>SHARING PHOTOGRAPHS AND THOUGHTS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D30AC44-1322-47DC-AB42-89DB675AB814}"/>
                  </a:ext>
                </a:extLst>
              </p:cNvPr>
              <p:cNvSpPr txBox="1"/>
              <p:nvPr/>
            </p:nvSpPr>
            <p:spPr>
              <a:xfrm>
                <a:off x="781417" y="3974760"/>
                <a:ext cx="1442580" cy="1619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Though I am a </a:t>
                </a:r>
                <a:r>
                  <a:rPr lang="en-US" sz="1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house-person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I have always loved travelling since then. I have always wanted to visit aesthetic and historical places. And since life is not forever, I don’t want to limit to my home country alone. Furthermore, I have witnessed lots of judgement from one country to another and would like to take a different step</a:t>
                </a:r>
              </a:p>
            </p:txBody>
          </p:sp>
        </p:grpSp>
        <p:pic>
          <p:nvPicPr>
            <p:cNvPr id="88" name="Graphic 87" descr="Magnifying glass">
              <a:extLst>
                <a:ext uri="{FF2B5EF4-FFF2-40B4-BE49-F238E27FC236}">
                  <a16:creationId xmlns:a16="http://schemas.microsoft.com/office/drawing/2014/main" id="{37F93789-3127-4661-BE0C-04F98CFE0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0038" y="5341350"/>
              <a:ext cx="469790" cy="469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5289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045142F-AE44-42E4-9F48-29F6514E9E4B}"/>
              </a:ext>
            </a:extLst>
          </p:cNvPr>
          <p:cNvGrpSpPr/>
          <p:nvPr/>
        </p:nvGrpSpPr>
        <p:grpSpPr>
          <a:xfrm>
            <a:off x="8372370" y="1123027"/>
            <a:ext cx="2168367" cy="5263864"/>
            <a:chOff x="4041980" y="1819772"/>
            <a:chExt cx="1670878" cy="40743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F0D56E-A254-4E0F-8224-9821D27FE008}"/>
                </a:ext>
              </a:extLst>
            </p:cNvPr>
            <p:cNvGrpSpPr/>
            <p:nvPr/>
          </p:nvGrpSpPr>
          <p:grpSpPr>
            <a:xfrm>
              <a:off x="4055508" y="1819772"/>
              <a:ext cx="1657350" cy="1433946"/>
              <a:chOff x="711201" y="2112696"/>
              <a:chExt cx="1657350" cy="1433946"/>
            </a:xfrm>
          </p:grpSpPr>
          <p:sp>
            <p:nvSpPr>
              <p:cNvPr id="11" name="Rectangle: Top Corners Rounded 10">
                <a:extLst>
                  <a:ext uri="{FF2B5EF4-FFF2-40B4-BE49-F238E27FC236}">
                    <a16:creationId xmlns:a16="http://schemas.microsoft.com/office/drawing/2014/main" id="{62B39DFC-113B-43E8-8C1E-9B9A016096E4}"/>
                  </a:ext>
                </a:extLst>
              </p:cNvPr>
              <p:cNvSpPr/>
              <p:nvPr/>
            </p:nvSpPr>
            <p:spPr>
              <a:xfrm>
                <a:off x="726557" y="2112696"/>
                <a:ext cx="1624760" cy="1433946"/>
              </a:xfrm>
              <a:prstGeom prst="round2Same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3492FA-391C-49B7-ACAF-BABC0C3E78B0}"/>
                  </a:ext>
                </a:extLst>
              </p:cNvPr>
              <p:cNvSpPr txBox="1"/>
              <p:nvPr/>
            </p:nvSpPr>
            <p:spPr>
              <a:xfrm>
                <a:off x="711201" y="2152650"/>
                <a:ext cx="1657350" cy="547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ISSUES THAT CAME UP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2D701F-4F30-41E3-833E-2A92A33FCA95}"/>
                  </a:ext>
                </a:extLst>
              </p:cNvPr>
              <p:cNvSpPr txBox="1"/>
              <p:nvPr/>
            </p:nvSpPr>
            <p:spPr>
              <a:xfrm>
                <a:off x="1252501" y="2671068"/>
                <a:ext cx="476250" cy="643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4</a:t>
                </a: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0312AF0-1709-4603-9B3B-A85F5967DEA1}"/>
                </a:ext>
              </a:extLst>
            </p:cNvPr>
            <p:cNvSpPr/>
            <p:nvPr/>
          </p:nvSpPr>
          <p:spPr>
            <a:xfrm flipV="1">
              <a:off x="4068703" y="2640280"/>
              <a:ext cx="1626919" cy="3253839"/>
            </a:xfrm>
            <a:custGeom>
              <a:avLst/>
              <a:gdLst>
                <a:gd name="connsiteX0" fmla="*/ 0 w 1626919"/>
                <a:gd name="connsiteY0" fmla="*/ 3253839 h 3253839"/>
                <a:gd name="connsiteX1" fmla="*/ 309655 w 1626919"/>
                <a:gd name="connsiteY1" fmla="*/ 3253839 h 3253839"/>
                <a:gd name="connsiteX2" fmla="*/ 308757 w 1626919"/>
                <a:gd name="connsiteY2" fmla="*/ 3244931 h 3253839"/>
                <a:gd name="connsiteX3" fmla="*/ 795645 w 1626919"/>
                <a:gd name="connsiteY3" fmla="*/ 2758043 h 3253839"/>
                <a:gd name="connsiteX4" fmla="*/ 1282533 w 1626919"/>
                <a:gd name="connsiteY4" fmla="*/ 3244931 h 3253839"/>
                <a:gd name="connsiteX5" fmla="*/ 1281635 w 1626919"/>
                <a:gd name="connsiteY5" fmla="*/ 3253839 h 3253839"/>
                <a:gd name="connsiteX6" fmla="*/ 1626919 w 1626919"/>
                <a:gd name="connsiteY6" fmla="*/ 3253839 h 3253839"/>
                <a:gd name="connsiteX7" fmla="*/ 1626919 w 1626919"/>
                <a:gd name="connsiteY7" fmla="*/ 271159 h 3253839"/>
                <a:gd name="connsiteX8" fmla="*/ 1355760 w 1626919"/>
                <a:gd name="connsiteY8" fmla="*/ 0 h 3253839"/>
                <a:gd name="connsiteX9" fmla="*/ 271159 w 1626919"/>
                <a:gd name="connsiteY9" fmla="*/ 0 h 3253839"/>
                <a:gd name="connsiteX10" fmla="*/ 0 w 1626919"/>
                <a:gd name="connsiteY10" fmla="*/ 271159 h 325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919" h="3253839">
                  <a:moveTo>
                    <a:pt x="0" y="3253839"/>
                  </a:moveTo>
                  <a:lnTo>
                    <a:pt x="309655" y="3253839"/>
                  </a:lnTo>
                  <a:lnTo>
                    <a:pt x="308757" y="3244931"/>
                  </a:lnTo>
                  <a:cubicBezTo>
                    <a:pt x="308757" y="2976030"/>
                    <a:pt x="526744" y="2758043"/>
                    <a:pt x="795645" y="2758043"/>
                  </a:cubicBezTo>
                  <a:cubicBezTo>
                    <a:pt x="1064546" y="2758043"/>
                    <a:pt x="1282533" y="2976030"/>
                    <a:pt x="1282533" y="3244931"/>
                  </a:cubicBezTo>
                  <a:lnTo>
                    <a:pt x="1281635" y="3253839"/>
                  </a:lnTo>
                  <a:lnTo>
                    <a:pt x="1626919" y="3253839"/>
                  </a:lnTo>
                  <a:lnTo>
                    <a:pt x="1626919" y="271159"/>
                  </a:lnTo>
                  <a:cubicBezTo>
                    <a:pt x="1626919" y="121402"/>
                    <a:pt x="1505517" y="0"/>
                    <a:pt x="1355760" y="0"/>
                  </a:cubicBezTo>
                  <a:lnTo>
                    <a:pt x="271159" y="0"/>
                  </a:lnTo>
                  <a:cubicBezTo>
                    <a:pt x="121402" y="0"/>
                    <a:pt x="0" y="121402"/>
                    <a:pt x="0" y="2711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27000" sx="107000" sy="107000" algn="ctr" rotWithShape="0">
                <a:schemeClr val="tx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5EE877-C9B3-4FE3-918A-4511B706A7E2}"/>
                </a:ext>
              </a:extLst>
            </p:cNvPr>
            <p:cNvGrpSpPr/>
            <p:nvPr/>
          </p:nvGrpSpPr>
          <p:grpSpPr>
            <a:xfrm>
              <a:off x="4041980" y="3157504"/>
              <a:ext cx="1640448" cy="2255124"/>
              <a:chOff x="697673" y="3450428"/>
              <a:chExt cx="1640448" cy="2255124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85871B-EFDA-4E5D-AFD0-4485AAD240D9}"/>
                  </a:ext>
                </a:extLst>
              </p:cNvPr>
              <p:cNvSpPr txBox="1"/>
              <p:nvPr/>
            </p:nvSpPr>
            <p:spPr>
              <a:xfrm>
                <a:off x="697673" y="3450428"/>
                <a:ext cx="1626920" cy="40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4"/>
                    </a:solidFill>
                    <a:latin typeface="Rockwell Extra Bold" panose="02060903040505020403" pitchFamily="18" charset="0"/>
                  </a:rPr>
                  <a:t>LEARN NEW LANGUAGE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0279FA-A449-4F2B-9490-8AC36B86C412}"/>
                  </a:ext>
                </a:extLst>
              </p:cNvPr>
              <p:cNvSpPr txBox="1"/>
              <p:nvPr/>
            </p:nvSpPr>
            <p:spPr>
              <a:xfrm>
                <a:off x="769336" y="3789822"/>
                <a:ext cx="1442580" cy="1024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Programming Language: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 am having a hard time translating the algorithms</a:t>
                </a:r>
              </a:p>
              <a:p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Foreign Language: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 am so indecisive that I keep transferring from one language to another.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48C6B0-7510-44C7-9B6F-4F5AFB083CC2}"/>
                  </a:ext>
                </a:extLst>
              </p:cNvPr>
              <p:cNvSpPr txBox="1"/>
              <p:nvPr/>
            </p:nvSpPr>
            <p:spPr>
              <a:xfrm>
                <a:off x="711201" y="4824116"/>
                <a:ext cx="1626920" cy="571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4"/>
                    </a:solidFill>
                    <a:latin typeface="Rockwell Extra Bold" panose="02060903040505020403" pitchFamily="18" charset="0"/>
                  </a:rPr>
                  <a:t>SHARING PHOTOGRAPHS AND THOUGHTS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3FC68B-5BA8-401E-A58C-B800BB78B9E9}"/>
                  </a:ext>
                </a:extLst>
              </p:cNvPr>
              <p:cNvSpPr txBox="1"/>
              <p:nvPr/>
            </p:nvSpPr>
            <p:spPr>
              <a:xfrm>
                <a:off x="816566" y="5395858"/>
                <a:ext cx="1442580" cy="309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 had trial and error for the theme I would use on my feed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7F1AA70-0C17-430E-969C-1D481869844E}"/>
              </a:ext>
            </a:extLst>
          </p:cNvPr>
          <p:cNvSpPr txBox="1"/>
          <p:nvPr/>
        </p:nvSpPr>
        <p:spPr>
          <a:xfrm>
            <a:off x="3131949" y="134973"/>
            <a:ext cx="5945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Rockwell Extra Bold" panose="02060903040505020403" pitchFamily="18" charset="0"/>
              </a:rPr>
              <a:t>DIGITAL PLANNING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F25AF3-855A-48B4-88E7-57B4E5790C68}"/>
              </a:ext>
            </a:extLst>
          </p:cNvPr>
          <p:cNvSpPr txBox="1"/>
          <p:nvPr/>
        </p:nvSpPr>
        <p:spPr>
          <a:xfrm>
            <a:off x="7049902" y="755130"/>
            <a:ext cx="2027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Engbino, Kaye P.</a:t>
            </a:r>
          </a:p>
        </p:txBody>
      </p:sp>
      <p:pic>
        <p:nvPicPr>
          <p:cNvPr id="19" name="Graphic 18" descr="Hourglass">
            <a:extLst>
              <a:ext uri="{FF2B5EF4-FFF2-40B4-BE49-F238E27FC236}">
                <a16:creationId xmlns:a16="http://schemas.microsoft.com/office/drawing/2014/main" id="{8BA43898-6E32-4BBD-819D-2E6CFE093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8840" y="5764828"/>
            <a:ext cx="567740" cy="56774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D1293E5-2787-45BF-B48D-385DAD171C30}"/>
              </a:ext>
            </a:extLst>
          </p:cNvPr>
          <p:cNvGrpSpPr/>
          <p:nvPr/>
        </p:nvGrpSpPr>
        <p:grpSpPr>
          <a:xfrm>
            <a:off x="1660233" y="1093172"/>
            <a:ext cx="2145271" cy="5262429"/>
            <a:chOff x="7986389" y="1582362"/>
            <a:chExt cx="1657350" cy="407323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8B11906-7A88-4512-A08F-0432CFE1DD83}"/>
                </a:ext>
              </a:extLst>
            </p:cNvPr>
            <p:cNvGrpSpPr/>
            <p:nvPr/>
          </p:nvGrpSpPr>
          <p:grpSpPr>
            <a:xfrm>
              <a:off x="7986389" y="1582362"/>
              <a:ext cx="1657350" cy="1433946"/>
              <a:chOff x="711200" y="2113807"/>
              <a:chExt cx="1657350" cy="1433946"/>
            </a:xfrm>
          </p:grpSpPr>
          <p:sp>
            <p:nvSpPr>
              <p:cNvPr id="29" name="Rectangle: Top Corners Rounded 28">
                <a:extLst>
                  <a:ext uri="{FF2B5EF4-FFF2-40B4-BE49-F238E27FC236}">
                    <a16:creationId xmlns:a16="http://schemas.microsoft.com/office/drawing/2014/main" id="{E85BD2AB-B00F-41E5-B2E4-C6F7BFB899D6}"/>
                  </a:ext>
                </a:extLst>
              </p:cNvPr>
              <p:cNvSpPr/>
              <p:nvPr/>
            </p:nvSpPr>
            <p:spPr>
              <a:xfrm>
                <a:off x="719136" y="2113807"/>
                <a:ext cx="1625332" cy="1433946"/>
              </a:xfrm>
              <a:prstGeom prst="round2Same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F93235-B93A-440D-8583-C6968B5817F2}"/>
                  </a:ext>
                </a:extLst>
              </p:cNvPr>
              <p:cNvSpPr txBox="1"/>
              <p:nvPr/>
            </p:nvSpPr>
            <p:spPr>
              <a:xfrm>
                <a:off x="711200" y="2152650"/>
                <a:ext cx="1657350" cy="547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HOW IT HELPED ?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1EECE1-B977-4B49-8684-AC616ADE2E80}"/>
                  </a:ext>
                </a:extLst>
              </p:cNvPr>
              <p:cNvSpPr txBox="1"/>
              <p:nvPr/>
            </p:nvSpPr>
            <p:spPr>
              <a:xfrm>
                <a:off x="1301750" y="2673469"/>
                <a:ext cx="4762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3</a:t>
                </a:r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D96421-406E-47E6-8B64-AE77B6B1FEB1}"/>
                </a:ext>
              </a:extLst>
            </p:cNvPr>
            <p:cNvSpPr/>
            <p:nvPr/>
          </p:nvSpPr>
          <p:spPr>
            <a:xfrm flipV="1">
              <a:off x="7999585" y="2401759"/>
              <a:ext cx="1626919" cy="3253839"/>
            </a:xfrm>
            <a:custGeom>
              <a:avLst/>
              <a:gdLst>
                <a:gd name="connsiteX0" fmla="*/ 0 w 1626919"/>
                <a:gd name="connsiteY0" fmla="*/ 3253839 h 3253839"/>
                <a:gd name="connsiteX1" fmla="*/ 309655 w 1626919"/>
                <a:gd name="connsiteY1" fmla="*/ 3253839 h 3253839"/>
                <a:gd name="connsiteX2" fmla="*/ 308757 w 1626919"/>
                <a:gd name="connsiteY2" fmla="*/ 3244931 h 3253839"/>
                <a:gd name="connsiteX3" fmla="*/ 795645 w 1626919"/>
                <a:gd name="connsiteY3" fmla="*/ 2758043 h 3253839"/>
                <a:gd name="connsiteX4" fmla="*/ 1282533 w 1626919"/>
                <a:gd name="connsiteY4" fmla="*/ 3244931 h 3253839"/>
                <a:gd name="connsiteX5" fmla="*/ 1281635 w 1626919"/>
                <a:gd name="connsiteY5" fmla="*/ 3253839 h 3253839"/>
                <a:gd name="connsiteX6" fmla="*/ 1626919 w 1626919"/>
                <a:gd name="connsiteY6" fmla="*/ 3253839 h 3253839"/>
                <a:gd name="connsiteX7" fmla="*/ 1626919 w 1626919"/>
                <a:gd name="connsiteY7" fmla="*/ 271159 h 3253839"/>
                <a:gd name="connsiteX8" fmla="*/ 1355760 w 1626919"/>
                <a:gd name="connsiteY8" fmla="*/ 0 h 3253839"/>
                <a:gd name="connsiteX9" fmla="*/ 271159 w 1626919"/>
                <a:gd name="connsiteY9" fmla="*/ 0 h 3253839"/>
                <a:gd name="connsiteX10" fmla="*/ 0 w 1626919"/>
                <a:gd name="connsiteY10" fmla="*/ 271159 h 325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919" h="3253839">
                  <a:moveTo>
                    <a:pt x="0" y="3253839"/>
                  </a:moveTo>
                  <a:lnTo>
                    <a:pt x="309655" y="3253839"/>
                  </a:lnTo>
                  <a:lnTo>
                    <a:pt x="308757" y="3244931"/>
                  </a:lnTo>
                  <a:cubicBezTo>
                    <a:pt x="308757" y="2976030"/>
                    <a:pt x="526744" y="2758043"/>
                    <a:pt x="795645" y="2758043"/>
                  </a:cubicBezTo>
                  <a:cubicBezTo>
                    <a:pt x="1064546" y="2758043"/>
                    <a:pt x="1282533" y="2976030"/>
                    <a:pt x="1282533" y="3244931"/>
                  </a:cubicBezTo>
                  <a:lnTo>
                    <a:pt x="1281635" y="3253839"/>
                  </a:lnTo>
                  <a:lnTo>
                    <a:pt x="1626919" y="3253839"/>
                  </a:lnTo>
                  <a:lnTo>
                    <a:pt x="1626919" y="271159"/>
                  </a:lnTo>
                  <a:cubicBezTo>
                    <a:pt x="1626919" y="121402"/>
                    <a:pt x="1505517" y="0"/>
                    <a:pt x="1355760" y="0"/>
                  </a:cubicBezTo>
                  <a:lnTo>
                    <a:pt x="271159" y="0"/>
                  </a:lnTo>
                  <a:cubicBezTo>
                    <a:pt x="121402" y="0"/>
                    <a:pt x="0" y="121402"/>
                    <a:pt x="0" y="2711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27000" sx="107000" sy="107000" algn="ctr" rotWithShape="0">
                <a:schemeClr val="tx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688145F-C6E4-428A-ADF4-900417E992DB}"/>
                </a:ext>
              </a:extLst>
            </p:cNvPr>
            <p:cNvGrpSpPr/>
            <p:nvPr/>
          </p:nvGrpSpPr>
          <p:grpSpPr>
            <a:xfrm>
              <a:off x="8062669" y="2936096"/>
              <a:ext cx="1443767" cy="2103119"/>
              <a:chOff x="787480" y="3467541"/>
              <a:chExt cx="1443767" cy="2103119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99C532-7C62-4A5D-A989-CC7289E27190}"/>
                  </a:ext>
                </a:extLst>
              </p:cNvPr>
              <p:cNvSpPr txBox="1"/>
              <p:nvPr/>
            </p:nvSpPr>
            <p:spPr>
              <a:xfrm>
                <a:off x="940956" y="3467541"/>
                <a:ext cx="1193800" cy="40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4"/>
                    </a:solidFill>
                    <a:latin typeface="Rockwell Extra Bold" panose="02060903040505020403" pitchFamily="18" charset="0"/>
                  </a:rPr>
                  <a:t>LEARN NEW LANGUAGE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7A9B60-A369-49BC-88F7-3FD849AD958D}"/>
                  </a:ext>
                </a:extLst>
              </p:cNvPr>
              <p:cNvSpPr txBox="1"/>
              <p:nvPr/>
            </p:nvSpPr>
            <p:spPr>
              <a:xfrm>
                <a:off x="787480" y="3950724"/>
                <a:ext cx="1443767" cy="1619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Programming Language: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Improved my algorithms and my grades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Understand other language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Foreign Language: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 can somehow communicate with my friends in our messenger group and in the gaming community</a:t>
                </a:r>
              </a:p>
            </p:txBody>
          </p:sp>
        </p:grpSp>
        <p:pic>
          <p:nvPicPr>
            <p:cNvPr id="26" name="Graphic 25" descr="Head with gears">
              <a:extLst>
                <a:ext uri="{FF2B5EF4-FFF2-40B4-BE49-F238E27FC236}">
                  <a16:creationId xmlns:a16="http://schemas.microsoft.com/office/drawing/2014/main" id="{401327E6-1C8A-4872-A322-9CC2B26CF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408" y="5063251"/>
              <a:ext cx="480287" cy="48028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37DC69C-8987-47B8-BEC3-F355790ED61F}"/>
              </a:ext>
            </a:extLst>
          </p:cNvPr>
          <p:cNvGrpSpPr/>
          <p:nvPr/>
        </p:nvGrpSpPr>
        <p:grpSpPr>
          <a:xfrm>
            <a:off x="5020374" y="1093172"/>
            <a:ext cx="2151252" cy="5262429"/>
            <a:chOff x="7986389" y="1582362"/>
            <a:chExt cx="1657350" cy="407323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8D70DB7-FDC7-4E9A-B62E-E99DA5E2CD6F}"/>
                </a:ext>
              </a:extLst>
            </p:cNvPr>
            <p:cNvGrpSpPr/>
            <p:nvPr/>
          </p:nvGrpSpPr>
          <p:grpSpPr>
            <a:xfrm>
              <a:off x="7986389" y="1582362"/>
              <a:ext cx="1657350" cy="1433946"/>
              <a:chOff x="711200" y="2113807"/>
              <a:chExt cx="1657350" cy="1433946"/>
            </a:xfrm>
          </p:grpSpPr>
          <p:sp>
            <p:nvSpPr>
              <p:cNvPr id="39" name="Rectangle: Top Corners Rounded 38">
                <a:extLst>
                  <a:ext uri="{FF2B5EF4-FFF2-40B4-BE49-F238E27FC236}">
                    <a16:creationId xmlns:a16="http://schemas.microsoft.com/office/drawing/2014/main" id="{58F73DBF-BA0F-45AA-92E9-B87CC5BA62A5}"/>
                  </a:ext>
                </a:extLst>
              </p:cNvPr>
              <p:cNvSpPr/>
              <p:nvPr/>
            </p:nvSpPr>
            <p:spPr>
              <a:xfrm>
                <a:off x="717552" y="2113807"/>
                <a:ext cx="1626919" cy="1433946"/>
              </a:xfrm>
              <a:prstGeom prst="round2Same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C1D91EB-EA9E-4F51-A941-6311FA93E66A}"/>
                  </a:ext>
                </a:extLst>
              </p:cNvPr>
              <p:cNvSpPr txBox="1"/>
              <p:nvPr/>
            </p:nvSpPr>
            <p:spPr>
              <a:xfrm>
                <a:off x="711200" y="2152650"/>
                <a:ext cx="16573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HOW IT HELPED ?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060061-488B-47DB-95D8-0795664DF2B6}"/>
                  </a:ext>
                </a:extLst>
              </p:cNvPr>
              <p:cNvSpPr txBox="1"/>
              <p:nvPr/>
            </p:nvSpPr>
            <p:spPr>
              <a:xfrm>
                <a:off x="1301750" y="2673469"/>
                <a:ext cx="4762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spc="-150" dirty="0">
                    <a:solidFill>
                      <a:schemeClr val="bg1"/>
                    </a:solidFill>
                    <a:latin typeface="Rockwell Extra Bold" panose="02060903040505020403" pitchFamily="18" charset="0"/>
                  </a:rPr>
                  <a:t>3</a:t>
                </a:r>
              </a:p>
            </p:txBody>
          </p:sp>
        </p:grp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7DDFE47-71E3-44AD-B6EF-4E85E42217AE}"/>
                </a:ext>
              </a:extLst>
            </p:cNvPr>
            <p:cNvSpPr/>
            <p:nvPr/>
          </p:nvSpPr>
          <p:spPr>
            <a:xfrm flipV="1">
              <a:off x="7999585" y="2401759"/>
              <a:ext cx="1626919" cy="3253839"/>
            </a:xfrm>
            <a:custGeom>
              <a:avLst/>
              <a:gdLst>
                <a:gd name="connsiteX0" fmla="*/ 0 w 1626919"/>
                <a:gd name="connsiteY0" fmla="*/ 3253839 h 3253839"/>
                <a:gd name="connsiteX1" fmla="*/ 309655 w 1626919"/>
                <a:gd name="connsiteY1" fmla="*/ 3253839 h 3253839"/>
                <a:gd name="connsiteX2" fmla="*/ 308757 w 1626919"/>
                <a:gd name="connsiteY2" fmla="*/ 3244931 h 3253839"/>
                <a:gd name="connsiteX3" fmla="*/ 795645 w 1626919"/>
                <a:gd name="connsiteY3" fmla="*/ 2758043 h 3253839"/>
                <a:gd name="connsiteX4" fmla="*/ 1282533 w 1626919"/>
                <a:gd name="connsiteY4" fmla="*/ 3244931 h 3253839"/>
                <a:gd name="connsiteX5" fmla="*/ 1281635 w 1626919"/>
                <a:gd name="connsiteY5" fmla="*/ 3253839 h 3253839"/>
                <a:gd name="connsiteX6" fmla="*/ 1626919 w 1626919"/>
                <a:gd name="connsiteY6" fmla="*/ 3253839 h 3253839"/>
                <a:gd name="connsiteX7" fmla="*/ 1626919 w 1626919"/>
                <a:gd name="connsiteY7" fmla="*/ 271159 h 3253839"/>
                <a:gd name="connsiteX8" fmla="*/ 1355760 w 1626919"/>
                <a:gd name="connsiteY8" fmla="*/ 0 h 3253839"/>
                <a:gd name="connsiteX9" fmla="*/ 271159 w 1626919"/>
                <a:gd name="connsiteY9" fmla="*/ 0 h 3253839"/>
                <a:gd name="connsiteX10" fmla="*/ 0 w 1626919"/>
                <a:gd name="connsiteY10" fmla="*/ 271159 h 325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919" h="3253839">
                  <a:moveTo>
                    <a:pt x="0" y="3253839"/>
                  </a:moveTo>
                  <a:lnTo>
                    <a:pt x="309655" y="3253839"/>
                  </a:lnTo>
                  <a:lnTo>
                    <a:pt x="308757" y="3244931"/>
                  </a:lnTo>
                  <a:cubicBezTo>
                    <a:pt x="308757" y="2976030"/>
                    <a:pt x="526744" y="2758043"/>
                    <a:pt x="795645" y="2758043"/>
                  </a:cubicBezTo>
                  <a:cubicBezTo>
                    <a:pt x="1064546" y="2758043"/>
                    <a:pt x="1282533" y="2976030"/>
                    <a:pt x="1282533" y="3244931"/>
                  </a:cubicBezTo>
                  <a:lnTo>
                    <a:pt x="1281635" y="3253839"/>
                  </a:lnTo>
                  <a:lnTo>
                    <a:pt x="1626919" y="3253839"/>
                  </a:lnTo>
                  <a:lnTo>
                    <a:pt x="1626919" y="271159"/>
                  </a:lnTo>
                  <a:cubicBezTo>
                    <a:pt x="1626919" y="121402"/>
                    <a:pt x="1505517" y="0"/>
                    <a:pt x="1355760" y="0"/>
                  </a:cubicBezTo>
                  <a:lnTo>
                    <a:pt x="271159" y="0"/>
                  </a:lnTo>
                  <a:cubicBezTo>
                    <a:pt x="121402" y="0"/>
                    <a:pt x="0" y="121402"/>
                    <a:pt x="0" y="2711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27000" sx="107000" sy="107000" algn="ctr" rotWithShape="0">
                <a:schemeClr val="tx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93E3278-BB28-4C29-8E2A-75C996995808}"/>
                </a:ext>
              </a:extLst>
            </p:cNvPr>
            <p:cNvGrpSpPr/>
            <p:nvPr/>
          </p:nvGrpSpPr>
          <p:grpSpPr>
            <a:xfrm>
              <a:off x="8065257" y="2936096"/>
              <a:ext cx="1495575" cy="1987987"/>
              <a:chOff x="790068" y="3467541"/>
              <a:chExt cx="1495575" cy="198798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44D8D4-6320-4613-95B9-8D5D72308FC5}"/>
                  </a:ext>
                </a:extLst>
              </p:cNvPr>
              <p:cNvSpPr txBox="1"/>
              <p:nvPr/>
            </p:nvSpPr>
            <p:spPr>
              <a:xfrm>
                <a:off x="790068" y="3467541"/>
                <a:ext cx="1495575" cy="571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4"/>
                    </a:solidFill>
                    <a:latin typeface="Rockwell Extra Bold" panose="02060903040505020403" pitchFamily="18" charset="0"/>
                  </a:rPr>
                  <a:t>SHARING PHOTOGRAPS AND THOUGHS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FA897F-F999-491C-A863-CE30AEB35284}"/>
                  </a:ext>
                </a:extLst>
              </p:cNvPr>
              <p:cNvSpPr txBox="1"/>
              <p:nvPr/>
            </p:nvSpPr>
            <p:spPr>
              <a:xfrm>
                <a:off x="815972" y="4073818"/>
                <a:ext cx="1443767" cy="1381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Being quarantined is not a hard time for me. But it makes me happy looking back at my feed and reading the captions I had. </a:t>
                </a:r>
              </a:p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 wave of nostalgia just hits unto me- remembering how happy I and the people I traveled with when we were in that scene.</a:t>
                </a:r>
              </a:p>
            </p:txBody>
          </p:sp>
        </p:grpSp>
        <p:pic>
          <p:nvPicPr>
            <p:cNvPr id="36" name="Graphic 35" descr="Head with gears">
              <a:extLst>
                <a:ext uri="{FF2B5EF4-FFF2-40B4-BE49-F238E27FC236}">
                  <a16:creationId xmlns:a16="http://schemas.microsoft.com/office/drawing/2014/main" id="{810E4C3D-DB7A-4E7C-BB50-65D34D5C3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408" y="5063251"/>
              <a:ext cx="480287" cy="4802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58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olors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E6394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326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Rockwell Extra Bold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Kaye Engbino</dc:creator>
  <cp:lastModifiedBy>Kaye Engbino</cp:lastModifiedBy>
  <cp:revision>13</cp:revision>
  <dcterms:created xsi:type="dcterms:W3CDTF">2020-10-21T05:10:32Z</dcterms:created>
  <dcterms:modified xsi:type="dcterms:W3CDTF">2020-10-21T07:13:40Z</dcterms:modified>
</cp:coreProperties>
</file>